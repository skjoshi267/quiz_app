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79" r:id="rId3"/>
    <p:sldId id="264" r:id="rId4"/>
    <p:sldId id="265" r:id="rId5"/>
    <p:sldId id="270" r:id="rId6"/>
    <p:sldId id="266" r:id="rId7"/>
    <p:sldId id="267" r:id="rId8"/>
    <p:sldId id="268" r:id="rId9"/>
    <p:sldId id="269" r:id="rId10"/>
    <p:sldId id="271" r:id="rId11"/>
    <p:sldId id="272" r:id="rId12"/>
    <p:sldId id="274" r:id="rId13"/>
    <p:sldId id="273" r:id="rId14"/>
    <p:sldId id="276" r:id="rId15"/>
    <p:sldId id="278" r:id="rId16"/>
    <p:sldId id="277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GB" altLang="en-US"/>
              <a:t>Movies/TV</a:t>
            </a:r>
            <a:endParaRPr lang="en-GB" alt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GB" altLang="en-US"/>
              <a:t>Maa ka Aashirwaad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6" name="Content Placeholder 5" descr="picture1"/>
          <p:cNvPicPr>
            <a:picLocks noChangeAspect="1"/>
          </p:cNvPicPr>
          <p:nvPr>
            <p:ph idx="1"/>
          </p:nvPr>
        </p:nvPicPr>
        <p:blipFill>
          <a:blip r:embed="rId1"/>
          <a:srcRect t="34379"/>
          <a:stretch>
            <a:fillRect/>
          </a:stretch>
        </p:blipFill>
        <p:spPr>
          <a:xfrm>
            <a:off x="3623945" y="1889125"/>
            <a:ext cx="4401820" cy="4333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3" name="Content Placeholder 2" descr="picture2"/>
          <p:cNvPicPr>
            <a:picLocks noChangeAspect="1"/>
          </p:cNvPicPr>
          <p:nvPr>
            <p:ph idx="1"/>
          </p:nvPr>
        </p:nvPicPr>
        <p:blipFill>
          <a:blip r:embed="rId1"/>
          <a:srcRect r="-593" b="13222"/>
          <a:stretch>
            <a:fillRect/>
          </a:stretch>
        </p:blipFill>
        <p:spPr>
          <a:xfrm>
            <a:off x="4326255" y="1513840"/>
            <a:ext cx="3811905" cy="462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TV Show</a:t>
            </a:r>
            <a:endParaRPr lang="en-IN" altLang="en-US" b="1" i="1" u="sng"/>
          </a:p>
        </p:txBody>
      </p:sp>
      <p:pic>
        <p:nvPicPr>
          <p:cNvPr id="5" name="Content Placeholder 4" descr="picture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21280" y="1691005"/>
            <a:ext cx="6833235" cy="4558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5" name="Content Placeholder 4" descr="picture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32100" y="1825625"/>
            <a:ext cx="652716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3" name="Content Placeholder 2" descr="picture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75455" y="1497330"/>
            <a:ext cx="3968115" cy="5013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5" name="Content Placeholder 4" descr="picture5"/>
          <p:cNvPicPr>
            <a:picLocks noChangeAspect="1"/>
          </p:cNvPicPr>
          <p:nvPr>
            <p:ph idx="1"/>
          </p:nvPr>
        </p:nvPicPr>
        <p:blipFill>
          <a:blip r:embed="rId1"/>
          <a:srcRect r="-3231" b="32949"/>
          <a:stretch>
            <a:fillRect/>
          </a:stretch>
        </p:blipFill>
        <p:spPr>
          <a:xfrm>
            <a:off x="3558540" y="1745615"/>
            <a:ext cx="5571490" cy="45269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TV Show</a:t>
            </a:r>
            <a:endParaRPr lang="en-IN" altLang="en-US" b="1" i="1" u="sng"/>
          </a:p>
        </p:txBody>
      </p:sp>
      <p:pic>
        <p:nvPicPr>
          <p:cNvPr id="3" name="Content Placeholder 2" descr="picture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24530" y="1532255"/>
            <a:ext cx="6398260" cy="4849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3" name="Content Placeholder 2" descr="picture8"/>
          <p:cNvPicPr>
            <a:picLocks noChangeAspect="1"/>
          </p:cNvPicPr>
          <p:nvPr>
            <p:ph idx="1"/>
          </p:nvPr>
        </p:nvPicPr>
        <p:blipFill>
          <a:blip r:embed="rId1"/>
          <a:srcRect t="19481"/>
          <a:stretch>
            <a:fillRect/>
          </a:stretch>
        </p:blipFill>
        <p:spPr>
          <a:xfrm>
            <a:off x="4269740" y="1620520"/>
            <a:ext cx="3987800" cy="47523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5" name="Content Placeholder 4" descr="picture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TV Show</a:t>
            </a:r>
            <a:endParaRPr lang="en-IN" altLang="en-US" b="1" i="1" u="sng"/>
          </a:p>
        </p:txBody>
      </p:sp>
      <p:pic>
        <p:nvPicPr>
          <p:cNvPr id="5" name="Content Placeholder 4" descr="picture11"/>
          <p:cNvPicPr>
            <a:picLocks noChangeAspect="1"/>
          </p:cNvPicPr>
          <p:nvPr>
            <p:ph idx="1"/>
          </p:nvPr>
        </p:nvPicPr>
        <p:blipFill>
          <a:blip r:embed="rId1"/>
          <a:srcRect b="23566"/>
          <a:stretch>
            <a:fillRect/>
          </a:stretch>
        </p:blipFill>
        <p:spPr>
          <a:xfrm>
            <a:off x="3670935" y="2002790"/>
            <a:ext cx="5071745" cy="3876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3" name="Content Placeholder 2" descr="picture10"/>
          <p:cNvPicPr>
            <a:picLocks noChangeAspect="1"/>
          </p:cNvPicPr>
          <p:nvPr>
            <p:ph idx="1"/>
          </p:nvPr>
        </p:nvPicPr>
        <p:blipFill>
          <a:blip r:embed="rId1"/>
          <a:srcRect b="17846"/>
          <a:stretch>
            <a:fillRect/>
          </a:stretch>
        </p:blipFill>
        <p:spPr>
          <a:xfrm>
            <a:off x="4645025" y="1825625"/>
            <a:ext cx="3575050" cy="44062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5" name="Content Placeholder 4" descr="picture13"/>
          <p:cNvPicPr>
            <a:picLocks noChangeAspect="1"/>
          </p:cNvPicPr>
          <p:nvPr>
            <p:ph idx="1"/>
          </p:nvPr>
        </p:nvPicPr>
        <p:blipFill>
          <a:blip r:embed="rId1"/>
          <a:srcRect b="20093"/>
          <a:stretch>
            <a:fillRect/>
          </a:stretch>
        </p:blipFill>
        <p:spPr>
          <a:xfrm>
            <a:off x="4232910" y="1691005"/>
            <a:ext cx="3725545" cy="44710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Movie</a:t>
            </a:r>
            <a:endParaRPr lang="en-IN" altLang="en-US" b="1" i="1" u="sng"/>
          </a:p>
        </p:txBody>
      </p:sp>
      <p:pic>
        <p:nvPicPr>
          <p:cNvPr id="5" name="Content Placeholder 4" descr="picture14"/>
          <p:cNvPicPr>
            <a:picLocks noChangeAspect="1"/>
          </p:cNvPicPr>
          <p:nvPr>
            <p:ph idx="1"/>
          </p:nvPr>
        </p:nvPicPr>
        <p:blipFill>
          <a:blip r:embed="rId1"/>
          <a:srcRect l="50008" b="20298"/>
          <a:stretch>
            <a:fillRect/>
          </a:stretch>
        </p:blipFill>
        <p:spPr>
          <a:xfrm>
            <a:off x="3331845" y="1505585"/>
            <a:ext cx="5527675" cy="49574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TV Show</a:t>
            </a:r>
            <a:endParaRPr lang="en-IN" altLang="en-US" b="1" i="1" u="sng"/>
          </a:p>
        </p:txBody>
      </p:sp>
      <p:pic>
        <p:nvPicPr>
          <p:cNvPr id="5" name="Content Placeholder 4" descr="picture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27580" y="1825625"/>
            <a:ext cx="773557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50000">
              <a:schemeClr val="accent3"/>
            </a:gs>
            <a:gs pos="0">
              <a:schemeClr val="accent3">
                <a:lumMod val="25000"/>
                <a:lumOff val="75000"/>
              </a:schemeClr>
            </a:gs>
            <a:gs pos="100000">
              <a:schemeClr val="accent3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 i="1" u="sng"/>
              <a:t>Guess the TV Show</a:t>
            </a:r>
            <a:endParaRPr lang="en-IN" altLang="en-US" b="1" i="1" u="sng"/>
          </a:p>
        </p:txBody>
      </p:sp>
      <p:pic>
        <p:nvPicPr>
          <p:cNvPr id="5" name="Content Placeholder 4" descr="picture12"/>
          <p:cNvPicPr>
            <a:picLocks noChangeAspect="1"/>
          </p:cNvPicPr>
          <p:nvPr>
            <p:ph idx="1"/>
          </p:nvPr>
        </p:nvPicPr>
        <p:blipFill>
          <a:blip r:embed="rId1"/>
          <a:srcRect l="40570"/>
          <a:stretch>
            <a:fillRect/>
          </a:stretch>
        </p:blipFill>
        <p:spPr>
          <a:xfrm>
            <a:off x="3837940" y="1757680"/>
            <a:ext cx="4515485" cy="42589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WPS Presentation</Application>
  <PresentationFormat>Widescreen</PresentationFormat>
  <Paragraphs>34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Calibri Light</vt:lpstr>
      <vt:lpstr>Microsoft YaHei</vt:lpstr>
      <vt:lpstr>Arial Unicode MS</vt:lpstr>
      <vt:lpstr>Calibri</vt:lpstr>
      <vt:lpstr>Office Theme</vt:lpstr>
      <vt:lpstr>PowerPoint 演示文稿</vt:lpstr>
      <vt:lpstr>Guess the Movie</vt:lpstr>
      <vt:lpstr>Guess the Movie</vt:lpstr>
      <vt:lpstr>Guess the TV Show</vt:lpstr>
      <vt:lpstr>Guess the Movie</vt:lpstr>
      <vt:lpstr>Guess the Movie</vt:lpstr>
      <vt:lpstr>Guess the Movie</vt:lpstr>
      <vt:lpstr>Guess the TV Show</vt:lpstr>
      <vt:lpstr>Guess the Movie</vt:lpstr>
      <vt:lpstr>Guess the Movie</vt:lpstr>
      <vt:lpstr>Guess the TV Show</vt:lpstr>
      <vt:lpstr>Guess the Movie</vt:lpstr>
      <vt:lpstr>Guess the Movie</vt:lpstr>
      <vt:lpstr>Guess the Movie</vt:lpstr>
      <vt:lpstr>Guess the TV Show</vt:lpstr>
      <vt:lpstr>Guess the TV Show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skjos</dc:creator>
  <cp:lastModifiedBy>Shreyank Joshi</cp:lastModifiedBy>
  <cp:revision>22</cp:revision>
  <dcterms:created xsi:type="dcterms:W3CDTF">2025-07-23T00:59:00Z</dcterms:created>
  <dcterms:modified xsi:type="dcterms:W3CDTF">2026-05-24T03:25:07Z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5EAB338DEFBC4D65A70ED7F2AAD65BA5_11</vt:lpwstr>
  </property>
  <property fmtid="{D5CDD505-2E9C-101B-9397-08002B2CF9AE}" pid="3" name="KSOProductBuildVer">
    <vt:lpwstr>1033-12.1.0.25862</vt:lpwstr>
  </property>
</Properties>
</file>