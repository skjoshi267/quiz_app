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sldIdLst>
    <p:sldId id="256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l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Intersect_#color_$accent1_1_$accent1_1-2610&amp;2073"/>
          <p:cNvSpPr/>
          <p:nvPr userDrawn="1">
            <p:custDataLst>
              <p:tags r:id="rId2"/>
            </p:custDataLst>
          </p:nvPr>
        </p:nvSpPr>
        <p:spPr>
          <a:xfrm rot="10800000">
            <a:off x="10877550" y="1892300"/>
            <a:ext cx="730250" cy="1460500"/>
          </a:xfrm>
          <a:custGeom>
            <a:avLst/>
            <a:gdLst/>
            <a:ahLst/>
            <a:cxnLst/>
            <a:rect l="l" t="t" r="r" b="b"/>
            <a:pathLst>
              <a:path w="730250" h="1460500">
                <a:moveTo>
                  <a:pt x="19379" y="1460500"/>
                </a:moveTo>
                <a:cubicBezTo>
                  <a:pt x="403306" y="1460500"/>
                  <a:pt x="730250" y="1133556"/>
                  <a:pt x="730250" y="730250"/>
                </a:cubicBezTo>
                <a:cubicBezTo>
                  <a:pt x="730250" y="326944"/>
                  <a:pt x="403306" y="53787"/>
                  <a:pt x="19379" y="0"/>
                </a:cubicBezTo>
                <a:cubicBezTo>
                  <a:pt x="12919" y="-64119"/>
                  <a:pt x="64596" y="23101"/>
                  <a:pt x="0" y="23101"/>
                </a:cubicBezTo>
                <a:lnTo>
                  <a:pt x="19379" y="1460500"/>
                </a:lnTo>
              </a:path>
            </a:pathLst>
          </a:cu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bg2">
                  <a:alpha val="0"/>
                </a:schemeClr>
              </a:gs>
            </a:gsLst>
            <a:lin ang="1080000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8" name="Rectangle 41817_#color_$lt2_1_$lt2-2610&amp;207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895600" cy="952500"/>
          </a:xfrm>
          <a:custGeom>
            <a:avLst/>
            <a:gdLst/>
            <a:ahLst/>
            <a:cxnLst/>
            <a:rect l="l" t="t" r="r" b="b"/>
            <a:pathLst>
              <a:path w="2895600" h="952500">
                <a:moveTo>
                  <a:pt x="0" y="0"/>
                </a:moveTo>
                <a:lnTo>
                  <a:pt x="0" y="952500"/>
                </a:lnTo>
                <a:lnTo>
                  <a:pt x="2514600" y="952500"/>
                </a:lnTo>
                <a:cubicBezTo>
                  <a:pt x="2725026" y="952500"/>
                  <a:pt x="2895600" y="781920"/>
                  <a:pt x="2895600" y="571500"/>
                </a:cubicBezTo>
                <a:lnTo>
                  <a:pt x="2895600" y="0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/>
              </a:gs>
            </a:gsLst>
            <a:lin ang="10800000" scaled="0"/>
          </a:gradFill>
          <a:ln w="25400">
            <a:noFill/>
          </a:ln>
          <a:effectLst>
            <a:outerShdw blurRad="254000" dist="50800" dir="5399997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9" name="Rectangle 41818_#color_$lt2_1_$lt2-2579&amp;3344"/>
          <p:cNvSpPr/>
          <p:nvPr userDrawn="1">
            <p:custDataLst>
              <p:tags r:id="rId4"/>
            </p:custDataLst>
          </p:nvPr>
        </p:nvSpPr>
        <p:spPr>
          <a:xfrm>
            <a:off x="9144000" y="3810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048000" y="0"/>
                </a:lnTo>
                <a:lnTo>
                  <a:pt x="3048000" y="3048000"/>
                </a:lnTo>
                <a:lnTo>
                  <a:pt x="0" y="3048000"/>
                </a:lnTo>
                <a:lnTo>
                  <a:pt x="0" y="381000"/>
                </a:lnTo>
              </a:path>
            </a:pathLst>
          </a:cu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/>
              </a:gs>
            </a:gsLst>
            <a:lin ang="10800000" scaled="0"/>
          </a:gradFill>
          <a:ln w="25400">
            <a:noFill/>
          </a:ln>
          <a:effectLst>
            <a:outerShdw blurRad="254000" dist="50800" dir="5399997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2" name="Union_#color-2610&amp;2076"/>
          <p:cNvSpPr/>
          <p:nvPr userDrawn="1">
            <p:custDataLst>
              <p:tags r:id="rId5"/>
            </p:custDataLst>
          </p:nvPr>
        </p:nvSpPr>
        <p:spPr>
          <a:xfrm rot="10800000">
            <a:off x="9710916" y="470020"/>
            <a:ext cx="1896884" cy="482480"/>
          </a:xfrm>
          <a:custGeom>
            <a:avLst/>
            <a:gdLst/>
            <a:ahLst/>
            <a:cxnLst/>
            <a:rect l="l" t="t" r="r" b="b"/>
            <a:pathLst>
              <a:path w="1896884" h="482480">
                <a:moveTo>
                  <a:pt x="207443" y="94106"/>
                </a:moveTo>
                <a:lnTo>
                  <a:pt x="114001" y="184235"/>
                </a:lnTo>
                <a:cubicBezTo>
                  <a:pt x="88156" y="209342"/>
                  <a:pt x="46805" y="208604"/>
                  <a:pt x="21698" y="182759"/>
                </a:cubicBezTo>
                <a:cubicBezTo>
                  <a:pt x="-3408" y="156915"/>
                  <a:pt x="-2668" y="115563"/>
                  <a:pt x="23177" y="90457"/>
                </a:cubicBezTo>
                <a:lnTo>
                  <a:pt x="116958" y="0"/>
                </a:lnTo>
                <a:cubicBezTo>
                  <a:pt x="91113" y="25106"/>
                  <a:pt x="90373" y="66458"/>
                  <a:pt x="115479" y="92303"/>
                </a:cubicBezTo>
                <a:cubicBezTo>
                  <a:pt x="140476" y="118035"/>
                  <a:pt x="181577" y="118878"/>
                  <a:pt x="207443" y="94106"/>
                </a:cubicBezTo>
                <a:moveTo>
                  <a:pt x="449125" y="184235"/>
                </a:moveTo>
                <a:lnTo>
                  <a:pt x="542567" y="94106"/>
                </a:lnTo>
                <a:cubicBezTo>
                  <a:pt x="516701" y="118878"/>
                  <a:pt x="475600" y="118035"/>
                  <a:pt x="450604" y="92303"/>
                </a:cubicBezTo>
                <a:cubicBezTo>
                  <a:pt x="425497" y="66458"/>
                  <a:pt x="426236" y="25106"/>
                  <a:pt x="452082" y="0"/>
                </a:cubicBezTo>
                <a:lnTo>
                  <a:pt x="358300" y="90457"/>
                </a:lnTo>
                <a:cubicBezTo>
                  <a:pt x="332456" y="115563"/>
                  <a:pt x="331716" y="156915"/>
                  <a:pt x="356822" y="182759"/>
                </a:cubicBezTo>
                <a:cubicBezTo>
                  <a:pt x="381928" y="208604"/>
                  <a:pt x="423280" y="209342"/>
                  <a:pt x="449125" y="184235"/>
                </a:cubicBezTo>
                <a:moveTo>
                  <a:pt x="785396" y="187188"/>
                </a:moveTo>
                <a:lnTo>
                  <a:pt x="878837" y="97058"/>
                </a:lnTo>
                <a:cubicBezTo>
                  <a:pt x="852971" y="121830"/>
                  <a:pt x="811870" y="120986"/>
                  <a:pt x="786874" y="95254"/>
                </a:cubicBezTo>
                <a:cubicBezTo>
                  <a:pt x="761768" y="69410"/>
                  <a:pt x="762508" y="28058"/>
                  <a:pt x="788353" y="2952"/>
                </a:cubicBezTo>
                <a:lnTo>
                  <a:pt x="694572" y="93408"/>
                </a:lnTo>
                <a:cubicBezTo>
                  <a:pt x="668727" y="118515"/>
                  <a:pt x="667987" y="159866"/>
                  <a:pt x="693094" y="185711"/>
                </a:cubicBezTo>
                <a:cubicBezTo>
                  <a:pt x="718200" y="211555"/>
                  <a:pt x="759182" y="212293"/>
                  <a:pt x="785396" y="187188"/>
                </a:cubicBezTo>
                <a:moveTo>
                  <a:pt x="1213260" y="100382"/>
                </a:moveTo>
                <a:lnTo>
                  <a:pt x="1119819" y="190511"/>
                </a:lnTo>
                <a:cubicBezTo>
                  <a:pt x="1093974" y="215618"/>
                  <a:pt x="1052623" y="214879"/>
                  <a:pt x="1027516" y="189034"/>
                </a:cubicBezTo>
                <a:cubicBezTo>
                  <a:pt x="1002410" y="163190"/>
                  <a:pt x="1003150" y="121838"/>
                  <a:pt x="1028995" y="96732"/>
                </a:cubicBezTo>
                <a:lnTo>
                  <a:pt x="1122771" y="6276"/>
                </a:lnTo>
                <a:cubicBezTo>
                  <a:pt x="1096927" y="31382"/>
                  <a:pt x="1096190" y="72733"/>
                  <a:pt x="1121297" y="98578"/>
                </a:cubicBezTo>
                <a:cubicBezTo>
                  <a:pt x="1146294" y="124310"/>
                  <a:pt x="1187395" y="125154"/>
                  <a:pt x="1213260" y="100382"/>
                </a:cubicBezTo>
                <a:moveTo>
                  <a:pt x="1555077" y="100382"/>
                </a:moveTo>
                <a:lnTo>
                  <a:pt x="1461630" y="190511"/>
                </a:lnTo>
                <a:cubicBezTo>
                  <a:pt x="1435786" y="215618"/>
                  <a:pt x="1394435" y="214879"/>
                  <a:pt x="1369327" y="189034"/>
                </a:cubicBezTo>
                <a:cubicBezTo>
                  <a:pt x="1344219" y="163190"/>
                  <a:pt x="1344968" y="121838"/>
                  <a:pt x="1370813" y="96732"/>
                </a:cubicBezTo>
                <a:lnTo>
                  <a:pt x="1464589" y="6276"/>
                </a:lnTo>
                <a:cubicBezTo>
                  <a:pt x="1438745" y="31382"/>
                  <a:pt x="1438008" y="72733"/>
                  <a:pt x="1463116" y="98578"/>
                </a:cubicBezTo>
                <a:cubicBezTo>
                  <a:pt x="1488110" y="124310"/>
                  <a:pt x="1529207" y="125154"/>
                  <a:pt x="1555077" y="100382"/>
                </a:cubicBezTo>
                <a:moveTo>
                  <a:pt x="1803438" y="190511"/>
                </a:moveTo>
                <a:lnTo>
                  <a:pt x="1896885" y="100382"/>
                </a:lnTo>
                <a:cubicBezTo>
                  <a:pt x="1871015" y="125154"/>
                  <a:pt x="1829918" y="124310"/>
                  <a:pt x="1804924" y="98578"/>
                </a:cubicBezTo>
                <a:cubicBezTo>
                  <a:pt x="1779816" y="72733"/>
                  <a:pt x="1780553" y="31382"/>
                  <a:pt x="1806397" y="6276"/>
                </a:cubicBezTo>
                <a:lnTo>
                  <a:pt x="1712620" y="96732"/>
                </a:lnTo>
                <a:cubicBezTo>
                  <a:pt x="1686776" y="121838"/>
                  <a:pt x="1686027" y="163190"/>
                  <a:pt x="1711135" y="189034"/>
                </a:cubicBezTo>
                <a:cubicBezTo>
                  <a:pt x="1736242" y="214879"/>
                  <a:pt x="1777594" y="215618"/>
                  <a:pt x="1803438" y="190511"/>
                </a:cubicBezTo>
                <a:moveTo>
                  <a:pt x="1209937" y="374250"/>
                </a:moveTo>
                <a:lnTo>
                  <a:pt x="1116495" y="464379"/>
                </a:lnTo>
                <a:cubicBezTo>
                  <a:pt x="1090651" y="489116"/>
                  <a:pt x="1049298" y="488379"/>
                  <a:pt x="1024193" y="462904"/>
                </a:cubicBezTo>
                <a:cubicBezTo>
                  <a:pt x="999086" y="437059"/>
                  <a:pt x="999827" y="395707"/>
                  <a:pt x="1025671" y="370601"/>
                </a:cubicBezTo>
                <a:lnTo>
                  <a:pt x="1119452" y="280144"/>
                </a:lnTo>
                <a:cubicBezTo>
                  <a:pt x="1093607" y="305251"/>
                  <a:pt x="1092867" y="346602"/>
                  <a:pt x="1117973" y="372447"/>
                </a:cubicBezTo>
                <a:cubicBezTo>
                  <a:pt x="1142971" y="398179"/>
                  <a:pt x="1184071" y="399023"/>
                  <a:pt x="1209937" y="374250"/>
                </a:cubicBezTo>
                <a:moveTo>
                  <a:pt x="1458303" y="464379"/>
                </a:moveTo>
                <a:lnTo>
                  <a:pt x="1551750" y="374250"/>
                </a:lnTo>
                <a:cubicBezTo>
                  <a:pt x="1525880" y="399023"/>
                  <a:pt x="1484782" y="398179"/>
                  <a:pt x="1459776" y="372447"/>
                </a:cubicBezTo>
                <a:cubicBezTo>
                  <a:pt x="1434681" y="346602"/>
                  <a:pt x="1435418" y="305251"/>
                  <a:pt x="1461262" y="280144"/>
                </a:cubicBezTo>
                <a:lnTo>
                  <a:pt x="1367485" y="370601"/>
                </a:lnTo>
                <a:cubicBezTo>
                  <a:pt x="1341641" y="395707"/>
                  <a:pt x="1340891" y="437059"/>
                  <a:pt x="1365999" y="462904"/>
                </a:cubicBezTo>
                <a:cubicBezTo>
                  <a:pt x="1391107" y="488379"/>
                  <a:pt x="1432458" y="489116"/>
                  <a:pt x="1458303" y="464379"/>
                </a:cubicBezTo>
                <a:moveTo>
                  <a:pt x="1893557" y="374250"/>
                </a:moveTo>
                <a:lnTo>
                  <a:pt x="1800123" y="464379"/>
                </a:lnTo>
                <a:cubicBezTo>
                  <a:pt x="1774279" y="489116"/>
                  <a:pt x="1732928" y="488379"/>
                  <a:pt x="1707820" y="462904"/>
                </a:cubicBezTo>
                <a:cubicBezTo>
                  <a:pt x="1682712" y="437059"/>
                  <a:pt x="1683449" y="395707"/>
                  <a:pt x="1709293" y="370601"/>
                </a:cubicBezTo>
                <a:lnTo>
                  <a:pt x="1803070" y="280144"/>
                </a:lnTo>
                <a:cubicBezTo>
                  <a:pt x="1777225" y="305251"/>
                  <a:pt x="1776489" y="346602"/>
                  <a:pt x="1801597" y="372447"/>
                </a:cubicBezTo>
                <a:cubicBezTo>
                  <a:pt x="1826590" y="398179"/>
                  <a:pt x="1867687" y="399023"/>
                  <a:pt x="1893557" y="374250"/>
                </a:cubicBezTo>
                <a:moveTo>
                  <a:pt x="875516" y="370925"/>
                </a:moveTo>
                <a:lnTo>
                  <a:pt x="782076" y="461056"/>
                </a:lnTo>
                <a:cubicBezTo>
                  <a:pt x="756230" y="486162"/>
                  <a:pt x="714879" y="485424"/>
                  <a:pt x="689773" y="459580"/>
                </a:cubicBezTo>
                <a:cubicBezTo>
                  <a:pt x="664667" y="433734"/>
                  <a:pt x="665403" y="392383"/>
                  <a:pt x="691248" y="367276"/>
                </a:cubicBezTo>
                <a:lnTo>
                  <a:pt x="785029" y="276821"/>
                </a:lnTo>
                <a:cubicBezTo>
                  <a:pt x="759184" y="301926"/>
                  <a:pt x="758444" y="343278"/>
                  <a:pt x="783551" y="369123"/>
                </a:cubicBezTo>
                <a:cubicBezTo>
                  <a:pt x="808548" y="394856"/>
                  <a:pt x="849650" y="395699"/>
                  <a:pt x="875516" y="370925"/>
                </a:cubicBezTo>
                <a:moveTo>
                  <a:pt x="445804" y="457733"/>
                </a:moveTo>
                <a:lnTo>
                  <a:pt x="539245" y="367602"/>
                </a:lnTo>
                <a:cubicBezTo>
                  <a:pt x="513378" y="392375"/>
                  <a:pt x="472276" y="391532"/>
                  <a:pt x="447279" y="365799"/>
                </a:cubicBezTo>
                <a:cubicBezTo>
                  <a:pt x="422173" y="339955"/>
                  <a:pt x="422913" y="298602"/>
                  <a:pt x="448757" y="273497"/>
                </a:cubicBezTo>
                <a:lnTo>
                  <a:pt x="354976" y="363953"/>
                </a:lnTo>
                <a:cubicBezTo>
                  <a:pt x="329132" y="389059"/>
                  <a:pt x="328395" y="430411"/>
                  <a:pt x="353502" y="456255"/>
                </a:cubicBezTo>
                <a:cubicBezTo>
                  <a:pt x="378609" y="482101"/>
                  <a:pt x="419960" y="482839"/>
                  <a:pt x="445804" y="457733"/>
                </a:cubicBezTo>
                <a:moveTo>
                  <a:pt x="204121" y="367602"/>
                </a:moveTo>
                <a:lnTo>
                  <a:pt x="110681" y="457733"/>
                </a:lnTo>
                <a:cubicBezTo>
                  <a:pt x="84836" y="482839"/>
                  <a:pt x="43485" y="482101"/>
                  <a:pt x="18378" y="456255"/>
                </a:cubicBezTo>
                <a:cubicBezTo>
                  <a:pt x="-6728" y="430411"/>
                  <a:pt x="-5992" y="389059"/>
                  <a:pt x="19853" y="363953"/>
                </a:cubicBezTo>
                <a:lnTo>
                  <a:pt x="113634" y="273497"/>
                </a:lnTo>
                <a:cubicBezTo>
                  <a:pt x="87789" y="298602"/>
                  <a:pt x="87049" y="339955"/>
                  <a:pt x="112156" y="365799"/>
                </a:cubicBezTo>
                <a:cubicBezTo>
                  <a:pt x="137152" y="391532"/>
                  <a:pt x="178255" y="392375"/>
                  <a:pt x="204121" y="367602"/>
                </a:cubicBezTo>
              </a:path>
            </a:pathLst>
          </a:custGeom>
          <a:solidFill>
            <a:schemeClr val="tx2">
              <a:alpha val="10000"/>
            </a:schemeClr>
          </a:solidFill>
        </p:spPr>
      </p:sp>
      <p:sp>
        <p:nvSpPr>
          <p:cNvPr id="33" name="Union_#color-2610&amp;2101"/>
          <p:cNvSpPr/>
          <p:nvPr userDrawn="1">
            <p:custDataLst>
              <p:tags r:id="rId6"/>
            </p:custDataLst>
          </p:nvPr>
        </p:nvSpPr>
        <p:spPr>
          <a:xfrm>
            <a:off x="6359223" y="5632451"/>
            <a:ext cx="507182" cy="949025"/>
          </a:xfrm>
          <a:custGeom>
            <a:avLst/>
            <a:gdLst/>
            <a:ahLst/>
            <a:cxnLst/>
            <a:rect l="l" t="t" r="r" b="b"/>
            <a:pathLst>
              <a:path w="507182" h="949025">
                <a:moveTo>
                  <a:pt x="196220" y="827606"/>
                </a:moveTo>
                <a:lnTo>
                  <a:pt x="100228" y="728086"/>
                </a:lnTo>
                <a:cubicBezTo>
                  <a:pt x="126612" y="755635"/>
                  <a:pt x="125713" y="799409"/>
                  <a:pt x="98307" y="826032"/>
                </a:cubicBezTo>
                <a:cubicBezTo>
                  <a:pt x="70781" y="852771"/>
                  <a:pt x="26739" y="851987"/>
                  <a:pt x="0" y="824461"/>
                </a:cubicBezTo>
                <a:lnTo>
                  <a:pt x="96341" y="924339"/>
                </a:lnTo>
                <a:cubicBezTo>
                  <a:pt x="123081" y="951865"/>
                  <a:pt x="167122" y="952652"/>
                  <a:pt x="194648" y="925914"/>
                </a:cubicBezTo>
                <a:cubicBezTo>
                  <a:pt x="222174" y="899174"/>
                  <a:pt x="222960" y="855133"/>
                  <a:pt x="196220" y="827606"/>
                </a:cubicBezTo>
                <a:moveTo>
                  <a:pt x="196220" y="463563"/>
                </a:moveTo>
                <a:lnTo>
                  <a:pt x="100228" y="364043"/>
                </a:lnTo>
                <a:cubicBezTo>
                  <a:pt x="126612" y="391592"/>
                  <a:pt x="125713" y="435366"/>
                  <a:pt x="98307" y="461989"/>
                </a:cubicBezTo>
                <a:cubicBezTo>
                  <a:pt x="70781" y="488728"/>
                  <a:pt x="26739" y="487944"/>
                  <a:pt x="0" y="460418"/>
                </a:cubicBezTo>
                <a:lnTo>
                  <a:pt x="96341" y="560296"/>
                </a:lnTo>
                <a:cubicBezTo>
                  <a:pt x="123081" y="587822"/>
                  <a:pt x="167122" y="588609"/>
                  <a:pt x="194648" y="561870"/>
                </a:cubicBezTo>
                <a:cubicBezTo>
                  <a:pt x="222174" y="535131"/>
                  <a:pt x="222960" y="491089"/>
                  <a:pt x="196220" y="463563"/>
                </a:cubicBezTo>
                <a:moveTo>
                  <a:pt x="100228" y="0"/>
                </a:moveTo>
                <a:lnTo>
                  <a:pt x="196220" y="99520"/>
                </a:lnTo>
                <a:cubicBezTo>
                  <a:pt x="222960" y="127046"/>
                  <a:pt x="222174" y="171088"/>
                  <a:pt x="194648" y="197827"/>
                </a:cubicBezTo>
                <a:cubicBezTo>
                  <a:pt x="167122" y="224566"/>
                  <a:pt x="123080" y="223778"/>
                  <a:pt x="96341" y="196253"/>
                </a:cubicBezTo>
                <a:lnTo>
                  <a:pt x="0" y="96375"/>
                </a:lnTo>
                <a:cubicBezTo>
                  <a:pt x="26739" y="123901"/>
                  <a:pt x="70781" y="124685"/>
                  <a:pt x="98307" y="97946"/>
                </a:cubicBezTo>
                <a:cubicBezTo>
                  <a:pt x="125713" y="71323"/>
                  <a:pt x="126612" y="27548"/>
                  <a:pt x="100228" y="0"/>
                </a:cubicBezTo>
                <a:moveTo>
                  <a:pt x="487904" y="831146"/>
                </a:moveTo>
                <a:lnTo>
                  <a:pt x="391912" y="731625"/>
                </a:lnTo>
                <a:cubicBezTo>
                  <a:pt x="418295" y="759174"/>
                  <a:pt x="417397" y="802950"/>
                  <a:pt x="389990" y="829572"/>
                </a:cubicBezTo>
                <a:cubicBezTo>
                  <a:pt x="362466" y="856311"/>
                  <a:pt x="318423" y="855524"/>
                  <a:pt x="291685" y="827998"/>
                </a:cubicBezTo>
                <a:lnTo>
                  <a:pt x="388024" y="927879"/>
                </a:lnTo>
                <a:cubicBezTo>
                  <a:pt x="414764" y="955404"/>
                  <a:pt x="458805" y="956193"/>
                  <a:pt x="486331" y="929453"/>
                </a:cubicBezTo>
                <a:cubicBezTo>
                  <a:pt x="513465" y="902713"/>
                  <a:pt x="514251" y="858672"/>
                  <a:pt x="487904" y="831146"/>
                </a:cubicBezTo>
                <a:moveTo>
                  <a:pt x="391912" y="367582"/>
                </a:moveTo>
                <a:lnTo>
                  <a:pt x="487904" y="467103"/>
                </a:lnTo>
                <a:cubicBezTo>
                  <a:pt x="514251" y="494629"/>
                  <a:pt x="513464" y="538671"/>
                  <a:pt x="486331" y="565410"/>
                </a:cubicBezTo>
                <a:cubicBezTo>
                  <a:pt x="458805" y="592149"/>
                  <a:pt x="414764" y="591362"/>
                  <a:pt x="388024" y="563836"/>
                </a:cubicBezTo>
                <a:lnTo>
                  <a:pt x="291685" y="463954"/>
                </a:lnTo>
                <a:cubicBezTo>
                  <a:pt x="318423" y="491480"/>
                  <a:pt x="362466" y="492269"/>
                  <a:pt x="389990" y="465529"/>
                </a:cubicBezTo>
                <a:cubicBezTo>
                  <a:pt x="417397" y="438906"/>
                  <a:pt x="418295" y="395131"/>
                  <a:pt x="391912" y="367582"/>
                </a:cubicBezTo>
                <a:moveTo>
                  <a:pt x="487904" y="103060"/>
                </a:moveTo>
                <a:lnTo>
                  <a:pt x="391912" y="3540"/>
                </a:lnTo>
                <a:cubicBezTo>
                  <a:pt x="418295" y="31088"/>
                  <a:pt x="417397" y="74863"/>
                  <a:pt x="389990" y="101486"/>
                </a:cubicBezTo>
                <a:cubicBezTo>
                  <a:pt x="362466" y="128226"/>
                  <a:pt x="318423" y="127437"/>
                  <a:pt x="291685" y="99911"/>
                </a:cubicBezTo>
                <a:lnTo>
                  <a:pt x="388024" y="199793"/>
                </a:lnTo>
                <a:cubicBezTo>
                  <a:pt x="414764" y="227319"/>
                  <a:pt x="458805" y="228106"/>
                  <a:pt x="486331" y="201367"/>
                </a:cubicBezTo>
                <a:cubicBezTo>
                  <a:pt x="513465" y="174628"/>
                  <a:pt x="514251" y="130585"/>
                  <a:pt x="487904" y="103060"/>
                </a:cubicBezTo>
              </a:path>
            </a:pathLst>
          </a:custGeom>
          <a:solidFill>
            <a:schemeClr val="tx2">
              <a:alpha val="1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838200" y="1301751"/>
            <a:ext cx="5443855" cy="296832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838200" y="4834121"/>
            <a:ext cx="5427800" cy="1359825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1818_#color_$lt2_1_$lt2-2610&amp;2107"/>
          <p:cNvSpPr/>
          <p:nvPr userDrawn="1">
            <p:custDataLst>
              <p:tags r:id="rId2"/>
            </p:custDataLst>
          </p:nvPr>
        </p:nvSpPr>
        <p:spPr>
          <a:xfrm>
            <a:off x="1714500" y="2692400"/>
            <a:ext cx="10477500" cy="4165600"/>
          </a:xfrm>
          <a:custGeom>
            <a:avLst/>
            <a:gdLst/>
            <a:ahLst/>
            <a:cxnLst/>
            <a:rect l="l" t="t" r="r" b="b"/>
            <a:pathLst>
              <a:path w="10477500" h="4165600">
                <a:moveTo>
                  <a:pt x="10477500" y="0"/>
                </a:moveTo>
                <a:lnTo>
                  <a:pt x="10477500" y="4165600"/>
                </a:lnTo>
                <a:lnTo>
                  <a:pt x="0" y="4165600"/>
                </a:lnTo>
                <a:lnTo>
                  <a:pt x="0" y="1270000"/>
                </a:lnTo>
                <a:cubicBezTo>
                  <a:pt x="0" y="568598"/>
                  <a:pt x="568598" y="0"/>
                  <a:pt x="1270000" y="0"/>
                </a:cubicBezTo>
                <a:lnTo>
                  <a:pt x="10477500" y="0"/>
                </a:lnTo>
              </a:path>
            </a:pathLst>
          </a:cu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/>
              </a:gs>
            </a:gsLst>
            <a:lin ang="10800000" scaled="0"/>
          </a:gradFill>
          <a:ln w="25400">
            <a:noFill/>
          </a:ln>
          <a:effectLst>
            <a:outerShdw blurRad="254000" dist="50800" dir="5399997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" name="Union-2610&amp;2108"/>
          <p:cNvSpPr/>
          <p:nvPr userDrawn="1">
            <p:custDataLst>
              <p:tags r:id="rId3"/>
            </p:custDataLst>
          </p:nvPr>
        </p:nvSpPr>
        <p:spPr>
          <a:xfrm rot="16200000">
            <a:off x="10090222" y="1735906"/>
            <a:ext cx="1896884" cy="482480"/>
          </a:xfrm>
          <a:custGeom>
            <a:avLst/>
            <a:gdLst/>
            <a:ahLst/>
            <a:cxnLst/>
            <a:rect l="l" t="t" r="r" b="b"/>
            <a:pathLst>
              <a:path w="1896884" h="482480">
                <a:moveTo>
                  <a:pt x="207443" y="94106"/>
                </a:moveTo>
                <a:lnTo>
                  <a:pt x="114001" y="184235"/>
                </a:lnTo>
                <a:cubicBezTo>
                  <a:pt x="88156" y="209342"/>
                  <a:pt x="46805" y="208604"/>
                  <a:pt x="21698" y="182759"/>
                </a:cubicBezTo>
                <a:cubicBezTo>
                  <a:pt x="-3408" y="156915"/>
                  <a:pt x="-2668" y="115563"/>
                  <a:pt x="23177" y="90457"/>
                </a:cubicBezTo>
                <a:lnTo>
                  <a:pt x="116958" y="0"/>
                </a:lnTo>
                <a:cubicBezTo>
                  <a:pt x="91113" y="25106"/>
                  <a:pt x="90373" y="66458"/>
                  <a:pt x="115479" y="92303"/>
                </a:cubicBezTo>
                <a:cubicBezTo>
                  <a:pt x="140476" y="118035"/>
                  <a:pt x="181577" y="118878"/>
                  <a:pt x="207443" y="94106"/>
                </a:cubicBezTo>
                <a:moveTo>
                  <a:pt x="449125" y="184235"/>
                </a:moveTo>
                <a:lnTo>
                  <a:pt x="542567" y="94106"/>
                </a:lnTo>
                <a:cubicBezTo>
                  <a:pt x="516701" y="118878"/>
                  <a:pt x="475600" y="118035"/>
                  <a:pt x="450604" y="92303"/>
                </a:cubicBezTo>
                <a:cubicBezTo>
                  <a:pt x="425497" y="66458"/>
                  <a:pt x="426236" y="25106"/>
                  <a:pt x="452082" y="14438"/>
                </a:cubicBezTo>
                <a:lnTo>
                  <a:pt x="358300" y="90457"/>
                </a:lnTo>
                <a:cubicBezTo>
                  <a:pt x="332456" y="115563"/>
                  <a:pt x="331716" y="156915"/>
                  <a:pt x="356822" y="182759"/>
                </a:cubicBezTo>
                <a:cubicBezTo>
                  <a:pt x="381928" y="208604"/>
                  <a:pt x="423280" y="209342"/>
                  <a:pt x="449125" y="184235"/>
                </a:cubicBezTo>
                <a:moveTo>
                  <a:pt x="785396" y="187188"/>
                </a:moveTo>
                <a:lnTo>
                  <a:pt x="878837" y="97058"/>
                </a:lnTo>
                <a:cubicBezTo>
                  <a:pt x="852971" y="121830"/>
                  <a:pt x="811870" y="120986"/>
                  <a:pt x="786874" y="95254"/>
                </a:cubicBezTo>
                <a:cubicBezTo>
                  <a:pt x="761768" y="69410"/>
                  <a:pt x="762508" y="28058"/>
                  <a:pt x="788353" y="2952"/>
                </a:cubicBezTo>
                <a:lnTo>
                  <a:pt x="694572" y="93408"/>
                </a:lnTo>
                <a:cubicBezTo>
                  <a:pt x="668727" y="118515"/>
                  <a:pt x="667987" y="159866"/>
                  <a:pt x="693094" y="185711"/>
                </a:cubicBezTo>
                <a:cubicBezTo>
                  <a:pt x="718200" y="211555"/>
                  <a:pt x="759182" y="212293"/>
                  <a:pt x="785396" y="187188"/>
                </a:cubicBezTo>
                <a:moveTo>
                  <a:pt x="1213260" y="100382"/>
                </a:moveTo>
                <a:lnTo>
                  <a:pt x="1119819" y="190511"/>
                </a:lnTo>
                <a:cubicBezTo>
                  <a:pt x="1093974" y="215618"/>
                  <a:pt x="1052623" y="214879"/>
                  <a:pt x="1027516" y="189034"/>
                </a:cubicBezTo>
                <a:cubicBezTo>
                  <a:pt x="1002410" y="163190"/>
                  <a:pt x="1003150" y="121838"/>
                  <a:pt x="1028995" y="96732"/>
                </a:cubicBezTo>
                <a:lnTo>
                  <a:pt x="1122771" y="6276"/>
                </a:lnTo>
                <a:cubicBezTo>
                  <a:pt x="1096927" y="31382"/>
                  <a:pt x="1096190" y="72733"/>
                  <a:pt x="1121297" y="98578"/>
                </a:cubicBezTo>
                <a:cubicBezTo>
                  <a:pt x="1146294" y="124310"/>
                  <a:pt x="1187395" y="125154"/>
                  <a:pt x="1213260" y="100382"/>
                </a:cubicBezTo>
                <a:moveTo>
                  <a:pt x="1555077" y="100382"/>
                </a:moveTo>
                <a:lnTo>
                  <a:pt x="1461630" y="190511"/>
                </a:lnTo>
                <a:cubicBezTo>
                  <a:pt x="1435786" y="215618"/>
                  <a:pt x="1394435" y="214879"/>
                  <a:pt x="1369327" y="189034"/>
                </a:cubicBezTo>
                <a:cubicBezTo>
                  <a:pt x="1344219" y="163190"/>
                  <a:pt x="1344968" y="121838"/>
                  <a:pt x="1370813" y="96732"/>
                </a:cubicBezTo>
                <a:lnTo>
                  <a:pt x="1464589" y="6276"/>
                </a:lnTo>
                <a:cubicBezTo>
                  <a:pt x="1438745" y="31382"/>
                  <a:pt x="1438008" y="72733"/>
                  <a:pt x="1463116" y="98578"/>
                </a:cubicBezTo>
                <a:cubicBezTo>
                  <a:pt x="1488110" y="124310"/>
                  <a:pt x="1529207" y="125154"/>
                  <a:pt x="1555077" y="100382"/>
                </a:cubicBezTo>
                <a:moveTo>
                  <a:pt x="1803438" y="190511"/>
                </a:moveTo>
                <a:lnTo>
                  <a:pt x="1896885" y="100382"/>
                </a:lnTo>
                <a:cubicBezTo>
                  <a:pt x="1871015" y="125154"/>
                  <a:pt x="1829918" y="124310"/>
                  <a:pt x="1804924" y="98578"/>
                </a:cubicBezTo>
                <a:cubicBezTo>
                  <a:pt x="1779816" y="72733"/>
                  <a:pt x="1780553" y="31382"/>
                  <a:pt x="1806397" y="6276"/>
                </a:cubicBezTo>
                <a:lnTo>
                  <a:pt x="1712620" y="96732"/>
                </a:lnTo>
                <a:cubicBezTo>
                  <a:pt x="1686776" y="121838"/>
                  <a:pt x="1686027" y="163190"/>
                  <a:pt x="1711135" y="189034"/>
                </a:cubicBezTo>
                <a:cubicBezTo>
                  <a:pt x="1736242" y="214879"/>
                  <a:pt x="1777594" y="215618"/>
                  <a:pt x="1803438" y="190511"/>
                </a:cubicBezTo>
                <a:moveTo>
                  <a:pt x="1209937" y="374250"/>
                </a:moveTo>
                <a:lnTo>
                  <a:pt x="1116495" y="464379"/>
                </a:lnTo>
                <a:cubicBezTo>
                  <a:pt x="1090651" y="489116"/>
                  <a:pt x="1049298" y="488379"/>
                  <a:pt x="1024193" y="462904"/>
                </a:cubicBezTo>
                <a:cubicBezTo>
                  <a:pt x="999086" y="437059"/>
                  <a:pt x="999827" y="395707"/>
                  <a:pt x="1025671" y="370601"/>
                </a:cubicBezTo>
                <a:lnTo>
                  <a:pt x="1119452" y="280144"/>
                </a:lnTo>
                <a:cubicBezTo>
                  <a:pt x="1093607" y="305251"/>
                  <a:pt x="1092867" y="346602"/>
                  <a:pt x="1117973" y="372447"/>
                </a:cubicBezTo>
                <a:cubicBezTo>
                  <a:pt x="1142971" y="398179"/>
                  <a:pt x="1184071" y="399023"/>
                  <a:pt x="1209937" y="374250"/>
                </a:cubicBezTo>
                <a:moveTo>
                  <a:pt x="1458303" y="464379"/>
                </a:moveTo>
                <a:lnTo>
                  <a:pt x="1551750" y="374250"/>
                </a:lnTo>
                <a:cubicBezTo>
                  <a:pt x="1525880" y="399023"/>
                  <a:pt x="1484782" y="398179"/>
                  <a:pt x="1459776" y="372447"/>
                </a:cubicBezTo>
                <a:cubicBezTo>
                  <a:pt x="1434681" y="346602"/>
                  <a:pt x="1435418" y="305251"/>
                  <a:pt x="1461262" y="280144"/>
                </a:cubicBezTo>
                <a:lnTo>
                  <a:pt x="1367485" y="370601"/>
                </a:lnTo>
                <a:cubicBezTo>
                  <a:pt x="1341641" y="395707"/>
                  <a:pt x="1340891" y="437059"/>
                  <a:pt x="1365999" y="462904"/>
                </a:cubicBezTo>
                <a:cubicBezTo>
                  <a:pt x="1391107" y="488379"/>
                  <a:pt x="1432458" y="489116"/>
                  <a:pt x="1458303" y="464379"/>
                </a:cubicBezTo>
                <a:moveTo>
                  <a:pt x="1893557" y="374250"/>
                </a:moveTo>
                <a:lnTo>
                  <a:pt x="1800123" y="464379"/>
                </a:lnTo>
                <a:cubicBezTo>
                  <a:pt x="1774279" y="489116"/>
                  <a:pt x="1732928" y="488379"/>
                  <a:pt x="1707820" y="462904"/>
                </a:cubicBezTo>
                <a:cubicBezTo>
                  <a:pt x="1682712" y="437059"/>
                  <a:pt x="1683449" y="395707"/>
                  <a:pt x="1709293" y="370601"/>
                </a:cubicBezTo>
                <a:lnTo>
                  <a:pt x="1803070" y="280144"/>
                </a:lnTo>
                <a:cubicBezTo>
                  <a:pt x="1777225" y="305251"/>
                  <a:pt x="1776489" y="346602"/>
                  <a:pt x="1801597" y="372447"/>
                </a:cubicBezTo>
                <a:cubicBezTo>
                  <a:pt x="1826590" y="398179"/>
                  <a:pt x="1867687" y="399023"/>
                  <a:pt x="1893557" y="374250"/>
                </a:cubicBezTo>
                <a:moveTo>
                  <a:pt x="875516" y="370925"/>
                </a:moveTo>
                <a:lnTo>
                  <a:pt x="782076" y="461056"/>
                </a:lnTo>
                <a:cubicBezTo>
                  <a:pt x="756230" y="486162"/>
                  <a:pt x="714879" y="485424"/>
                  <a:pt x="689773" y="459580"/>
                </a:cubicBezTo>
                <a:cubicBezTo>
                  <a:pt x="664667" y="433734"/>
                  <a:pt x="665403" y="392383"/>
                  <a:pt x="691248" y="367276"/>
                </a:cubicBezTo>
                <a:lnTo>
                  <a:pt x="785029" y="276821"/>
                </a:lnTo>
                <a:cubicBezTo>
                  <a:pt x="759184" y="301926"/>
                  <a:pt x="758444" y="343278"/>
                  <a:pt x="783551" y="369123"/>
                </a:cubicBezTo>
                <a:cubicBezTo>
                  <a:pt x="808548" y="394856"/>
                  <a:pt x="849650" y="395699"/>
                  <a:pt x="875516" y="370925"/>
                </a:cubicBezTo>
                <a:moveTo>
                  <a:pt x="445804" y="457733"/>
                </a:moveTo>
                <a:lnTo>
                  <a:pt x="539245" y="367602"/>
                </a:lnTo>
                <a:cubicBezTo>
                  <a:pt x="513378" y="392375"/>
                  <a:pt x="472276" y="391532"/>
                  <a:pt x="447279" y="365799"/>
                </a:cubicBezTo>
                <a:cubicBezTo>
                  <a:pt x="422173" y="339955"/>
                  <a:pt x="422913" y="298602"/>
                  <a:pt x="448757" y="273497"/>
                </a:cubicBezTo>
                <a:lnTo>
                  <a:pt x="354976" y="363953"/>
                </a:lnTo>
                <a:cubicBezTo>
                  <a:pt x="329132" y="389059"/>
                  <a:pt x="328395" y="430411"/>
                  <a:pt x="353502" y="456255"/>
                </a:cubicBezTo>
                <a:cubicBezTo>
                  <a:pt x="378609" y="482101"/>
                  <a:pt x="419960" y="482839"/>
                  <a:pt x="445804" y="457733"/>
                </a:cubicBezTo>
                <a:moveTo>
                  <a:pt x="204121" y="367602"/>
                </a:moveTo>
                <a:lnTo>
                  <a:pt x="110681" y="457733"/>
                </a:lnTo>
                <a:cubicBezTo>
                  <a:pt x="84836" y="482839"/>
                  <a:pt x="43485" y="482101"/>
                  <a:pt x="18378" y="456255"/>
                </a:cubicBezTo>
                <a:cubicBezTo>
                  <a:pt x="-6728" y="430411"/>
                  <a:pt x="-5992" y="389059"/>
                  <a:pt x="19853" y="363953"/>
                </a:cubicBezTo>
                <a:lnTo>
                  <a:pt x="113634" y="273497"/>
                </a:lnTo>
                <a:cubicBezTo>
                  <a:pt x="87789" y="298602"/>
                  <a:pt x="87049" y="339955"/>
                  <a:pt x="112156" y="365799"/>
                </a:cubicBezTo>
                <a:cubicBezTo>
                  <a:pt x="137152" y="391532"/>
                  <a:pt x="178255" y="392375"/>
                  <a:pt x="204121" y="367602"/>
                </a:cubicBezTo>
              </a:path>
            </a:pathLst>
          </a:custGeom>
          <a:solidFill>
            <a:schemeClr val="tx2">
              <a:alpha val="1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10550" y="615875"/>
            <a:ext cx="3283042" cy="1566607"/>
          </a:xfrm>
        </p:spPr>
        <p:txBody>
          <a:bodyPr wrap="square" anchor="ctr">
            <a:normAutofit/>
          </a:bodyPr>
          <a:lstStyle>
            <a:lvl1pPr algn="r">
              <a:defRPr sz="6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1818_#color_$lt2_$lt2_1-2579&amp;3416"/>
          <p:cNvSpPr/>
          <p:nvPr userDrawn="1">
            <p:custDataLst>
              <p:tags r:id="rId2"/>
            </p:custDataLst>
          </p:nvPr>
        </p:nvSpPr>
        <p:spPr>
          <a:xfrm>
            <a:off x="0" y="1404939"/>
            <a:ext cx="4445000" cy="3949700"/>
          </a:xfrm>
          <a:custGeom>
            <a:avLst/>
            <a:gdLst/>
            <a:ahLst/>
            <a:cxnLst/>
            <a:rect l="l" t="t" r="r" b="b"/>
            <a:pathLst>
              <a:path w="4445000" h="3949700">
                <a:moveTo>
                  <a:pt x="0" y="0"/>
                </a:moveTo>
                <a:lnTo>
                  <a:pt x="4064000" y="0"/>
                </a:lnTo>
                <a:cubicBezTo>
                  <a:pt x="4274426" y="0"/>
                  <a:pt x="4445000" y="170580"/>
                  <a:pt x="4445000" y="381000"/>
                </a:cubicBezTo>
                <a:lnTo>
                  <a:pt x="4445000" y="3568700"/>
                </a:lnTo>
                <a:cubicBezTo>
                  <a:pt x="4445000" y="3779126"/>
                  <a:pt x="4274426" y="3949700"/>
                  <a:pt x="4064000" y="3949700"/>
                </a:cubicBezTo>
                <a:lnTo>
                  <a:pt x="0" y="3949700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/>
              </a:gs>
            </a:gsLst>
            <a:lin ang="10800000" scaled="0"/>
          </a:gradFill>
          <a:ln w="25400">
            <a:noFill/>
          </a:ln>
          <a:effectLst>
            <a:outerShdw blurRad="254000" dist="50800" dir="5399997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Union_#color-2610&amp;2153"/>
          <p:cNvSpPr/>
          <p:nvPr userDrawn="1">
            <p:custDataLst>
              <p:tags r:id="rId3"/>
            </p:custDataLst>
          </p:nvPr>
        </p:nvSpPr>
        <p:spPr>
          <a:xfrm>
            <a:off x="106524" y="3187760"/>
            <a:ext cx="1561760" cy="482480"/>
          </a:xfrm>
          <a:custGeom>
            <a:avLst/>
            <a:gdLst/>
            <a:ahLst/>
            <a:cxnLst/>
            <a:rect l="l" t="t" r="r" b="b"/>
            <a:pathLst>
              <a:path w="1561760" h="482480">
                <a:moveTo>
                  <a:pt x="207443" y="388375"/>
                </a:moveTo>
                <a:lnTo>
                  <a:pt x="114001" y="298244"/>
                </a:lnTo>
                <a:cubicBezTo>
                  <a:pt x="88156" y="273139"/>
                  <a:pt x="46805" y="273877"/>
                  <a:pt x="21698" y="299721"/>
                </a:cubicBezTo>
                <a:cubicBezTo>
                  <a:pt x="-3408" y="325566"/>
                  <a:pt x="-2668" y="366918"/>
                  <a:pt x="23177" y="392024"/>
                </a:cubicBezTo>
                <a:lnTo>
                  <a:pt x="116958" y="482481"/>
                </a:lnTo>
                <a:cubicBezTo>
                  <a:pt x="91113" y="457374"/>
                  <a:pt x="90373" y="416023"/>
                  <a:pt x="115479" y="390178"/>
                </a:cubicBezTo>
                <a:cubicBezTo>
                  <a:pt x="140476" y="364446"/>
                  <a:pt x="181577" y="363602"/>
                  <a:pt x="207443" y="388375"/>
                </a:cubicBezTo>
                <a:moveTo>
                  <a:pt x="543714" y="385422"/>
                </a:moveTo>
                <a:lnTo>
                  <a:pt x="450272" y="295293"/>
                </a:lnTo>
                <a:cubicBezTo>
                  <a:pt x="424058" y="270186"/>
                  <a:pt x="383076" y="270925"/>
                  <a:pt x="357970" y="296770"/>
                </a:cubicBezTo>
                <a:cubicBezTo>
                  <a:pt x="332863" y="322614"/>
                  <a:pt x="333604" y="363965"/>
                  <a:pt x="359448" y="389072"/>
                </a:cubicBezTo>
                <a:lnTo>
                  <a:pt x="453229" y="479529"/>
                </a:lnTo>
                <a:cubicBezTo>
                  <a:pt x="427384" y="454423"/>
                  <a:pt x="426644" y="413070"/>
                  <a:pt x="451750" y="387226"/>
                </a:cubicBezTo>
                <a:cubicBezTo>
                  <a:pt x="476748" y="361494"/>
                  <a:pt x="517848" y="360651"/>
                  <a:pt x="543714" y="385422"/>
                </a:cubicBezTo>
                <a:moveTo>
                  <a:pt x="784695" y="291969"/>
                </a:moveTo>
                <a:lnTo>
                  <a:pt x="878138" y="382099"/>
                </a:lnTo>
                <a:cubicBezTo>
                  <a:pt x="852272" y="357326"/>
                  <a:pt x="811171" y="358170"/>
                  <a:pt x="786173" y="383902"/>
                </a:cubicBezTo>
                <a:cubicBezTo>
                  <a:pt x="761067" y="409746"/>
                  <a:pt x="761803" y="451099"/>
                  <a:pt x="787648" y="476204"/>
                </a:cubicBezTo>
                <a:lnTo>
                  <a:pt x="693871" y="385749"/>
                </a:lnTo>
                <a:cubicBezTo>
                  <a:pt x="668026" y="360642"/>
                  <a:pt x="667286" y="319291"/>
                  <a:pt x="692393" y="293446"/>
                </a:cubicBezTo>
                <a:cubicBezTo>
                  <a:pt x="717499" y="267600"/>
                  <a:pt x="758850" y="266863"/>
                  <a:pt x="784695" y="291969"/>
                </a:cubicBezTo>
                <a:moveTo>
                  <a:pt x="1126510" y="291969"/>
                </a:moveTo>
                <a:lnTo>
                  <a:pt x="1219952" y="382099"/>
                </a:lnTo>
                <a:cubicBezTo>
                  <a:pt x="1194086" y="357326"/>
                  <a:pt x="1152985" y="358170"/>
                  <a:pt x="1127989" y="383902"/>
                </a:cubicBezTo>
                <a:cubicBezTo>
                  <a:pt x="1102882" y="409746"/>
                  <a:pt x="1103619" y="451099"/>
                  <a:pt x="1129463" y="476204"/>
                </a:cubicBezTo>
                <a:lnTo>
                  <a:pt x="1035685" y="385749"/>
                </a:lnTo>
                <a:cubicBezTo>
                  <a:pt x="1009841" y="360642"/>
                  <a:pt x="1009101" y="319291"/>
                  <a:pt x="1034207" y="293446"/>
                </a:cubicBezTo>
                <a:cubicBezTo>
                  <a:pt x="1059313" y="267600"/>
                  <a:pt x="1100665" y="266863"/>
                  <a:pt x="1126510" y="291969"/>
                </a:cubicBezTo>
                <a:moveTo>
                  <a:pt x="1561757" y="382099"/>
                </a:moveTo>
                <a:lnTo>
                  <a:pt x="1468323" y="291969"/>
                </a:lnTo>
                <a:cubicBezTo>
                  <a:pt x="1442479" y="266863"/>
                  <a:pt x="1401128" y="267600"/>
                  <a:pt x="1376020" y="293446"/>
                </a:cubicBezTo>
                <a:cubicBezTo>
                  <a:pt x="1350912" y="319291"/>
                  <a:pt x="1351648" y="360642"/>
                  <a:pt x="1377493" y="385749"/>
                </a:cubicBezTo>
                <a:lnTo>
                  <a:pt x="1471270" y="476204"/>
                </a:lnTo>
                <a:cubicBezTo>
                  <a:pt x="1445425" y="451099"/>
                  <a:pt x="1444688" y="409746"/>
                  <a:pt x="1469796" y="383902"/>
                </a:cubicBezTo>
                <a:cubicBezTo>
                  <a:pt x="1494790" y="358170"/>
                  <a:pt x="1535900" y="357326"/>
                  <a:pt x="1561757" y="382099"/>
                </a:cubicBezTo>
                <a:moveTo>
                  <a:pt x="781371" y="18101"/>
                </a:moveTo>
                <a:lnTo>
                  <a:pt x="874813" y="108230"/>
                </a:lnTo>
                <a:cubicBezTo>
                  <a:pt x="848947" y="83458"/>
                  <a:pt x="807847" y="84302"/>
                  <a:pt x="782850" y="110034"/>
                </a:cubicBezTo>
                <a:cubicBezTo>
                  <a:pt x="757743" y="135879"/>
                  <a:pt x="758483" y="177230"/>
                  <a:pt x="784328" y="202336"/>
                </a:cubicBezTo>
                <a:lnTo>
                  <a:pt x="690547" y="111880"/>
                </a:lnTo>
                <a:cubicBezTo>
                  <a:pt x="664703" y="86774"/>
                  <a:pt x="663962" y="45422"/>
                  <a:pt x="689069" y="19577"/>
                </a:cubicBezTo>
                <a:cubicBezTo>
                  <a:pt x="714176" y="-5898"/>
                  <a:pt x="755527" y="-6636"/>
                  <a:pt x="781371" y="18101"/>
                </a:cubicBezTo>
                <a:moveTo>
                  <a:pt x="1216622" y="108230"/>
                </a:moveTo>
                <a:lnTo>
                  <a:pt x="1123180" y="18101"/>
                </a:lnTo>
                <a:cubicBezTo>
                  <a:pt x="1097335" y="-6636"/>
                  <a:pt x="1055983" y="-5898"/>
                  <a:pt x="1030877" y="19577"/>
                </a:cubicBezTo>
                <a:cubicBezTo>
                  <a:pt x="1005771" y="45422"/>
                  <a:pt x="1006511" y="86774"/>
                  <a:pt x="1032355" y="111880"/>
                </a:cubicBezTo>
                <a:lnTo>
                  <a:pt x="1126137" y="202336"/>
                </a:lnTo>
                <a:cubicBezTo>
                  <a:pt x="1100291" y="177230"/>
                  <a:pt x="1099552" y="135879"/>
                  <a:pt x="1124659" y="110034"/>
                </a:cubicBezTo>
                <a:cubicBezTo>
                  <a:pt x="1149655" y="84302"/>
                  <a:pt x="1190756" y="83458"/>
                  <a:pt x="1216622" y="108230"/>
                </a:cubicBezTo>
                <a:moveTo>
                  <a:pt x="1464996" y="18101"/>
                </a:moveTo>
                <a:lnTo>
                  <a:pt x="1558442" y="108230"/>
                </a:lnTo>
                <a:cubicBezTo>
                  <a:pt x="1532573" y="83458"/>
                  <a:pt x="1491475" y="84302"/>
                  <a:pt x="1466469" y="110034"/>
                </a:cubicBezTo>
                <a:cubicBezTo>
                  <a:pt x="1441361" y="135879"/>
                  <a:pt x="1442110" y="177230"/>
                  <a:pt x="1467955" y="202336"/>
                </a:cubicBezTo>
                <a:lnTo>
                  <a:pt x="1374165" y="111880"/>
                </a:lnTo>
                <a:cubicBezTo>
                  <a:pt x="1348321" y="86774"/>
                  <a:pt x="1347584" y="45422"/>
                  <a:pt x="1372692" y="19577"/>
                </a:cubicBezTo>
                <a:cubicBezTo>
                  <a:pt x="1397800" y="-5898"/>
                  <a:pt x="1439151" y="-6636"/>
                  <a:pt x="1464996" y="18101"/>
                </a:cubicBezTo>
                <a:moveTo>
                  <a:pt x="446952" y="21424"/>
                </a:moveTo>
                <a:lnTo>
                  <a:pt x="540393" y="111556"/>
                </a:lnTo>
                <a:cubicBezTo>
                  <a:pt x="514527" y="86782"/>
                  <a:pt x="473424" y="87625"/>
                  <a:pt x="448427" y="113358"/>
                </a:cubicBezTo>
                <a:cubicBezTo>
                  <a:pt x="423320" y="139202"/>
                  <a:pt x="424061" y="180553"/>
                  <a:pt x="449905" y="205660"/>
                </a:cubicBezTo>
                <a:lnTo>
                  <a:pt x="356125" y="115204"/>
                </a:lnTo>
                <a:cubicBezTo>
                  <a:pt x="330279" y="90097"/>
                  <a:pt x="329543" y="48746"/>
                  <a:pt x="354649" y="22901"/>
                </a:cubicBezTo>
                <a:cubicBezTo>
                  <a:pt x="379755" y="-2944"/>
                  <a:pt x="421108" y="-3682"/>
                  <a:pt x="446952" y="21424"/>
                </a:cubicBezTo>
                <a:moveTo>
                  <a:pt x="204121" y="114879"/>
                </a:moveTo>
                <a:lnTo>
                  <a:pt x="110681" y="24747"/>
                </a:lnTo>
                <a:cubicBezTo>
                  <a:pt x="84836" y="-359"/>
                  <a:pt x="43485" y="380"/>
                  <a:pt x="18378" y="26225"/>
                </a:cubicBezTo>
                <a:cubicBezTo>
                  <a:pt x="-6728" y="52069"/>
                  <a:pt x="-5992" y="93421"/>
                  <a:pt x="19853" y="118527"/>
                </a:cubicBezTo>
                <a:lnTo>
                  <a:pt x="113634" y="208984"/>
                </a:lnTo>
                <a:cubicBezTo>
                  <a:pt x="87789" y="183878"/>
                  <a:pt x="87049" y="142526"/>
                  <a:pt x="112156" y="116681"/>
                </a:cubicBezTo>
                <a:cubicBezTo>
                  <a:pt x="137152" y="90949"/>
                  <a:pt x="178255" y="90104"/>
                  <a:pt x="204121" y="114879"/>
                </a:cubicBezTo>
              </a:path>
            </a:pathLst>
          </a:custGeom>
          <a:solidFill>
            <a:schemeClr val="bg2">
              <a:alpha val="20000"/>
            </a:schemeClr>
          </a:solidFill>
        </p:spPr>
      </p:sp>
      <p:sp>
        <p:nvSpPr>
          <p:cNvPr id="10" name="任意多边形 15"/>
          <p:cNvSpPr/>
          <p:nvPr userDrawn="1">
            <p:custDataLst>
              <p:tags r:id="rId4"/>
            </p:custDataLst>
          </p:nvPr>
        </p:nvSpPr>
        <p:spPr>
          <a:xfrm>
            <a:off x="10339705" y="6288405"/>
            <a:ext cx="1028700" cy="5695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682" h="931">
                <a:moveTo>
                  <a:pt x="841" y="0"/>
                </a:moveTo>
                <a:cubicBezTo>
                  <a:pt x="1305" y="0"/>
                  <a:pt x="1682" y="377"/>
                  <a:pt x="1682" y="841"/>
                </a:cubicBezTo>
                <a:cubicBezTo>
                  <a:pt x="1682" y="870"/>
                  <a:pt x="1681" y="899"/>
                  <a:pt x="1678" y="927"/>
                </a:cubicBezTo>
                <a:lnTo>
                  <a:pt x="1677" y="931"/>
                </a:lnTo>
                <a:lnTo>
                  <a:pt x="5" y="931"/>
                </a:lnTo>
                <a:lnTo>
                  <a:pt x="4" y="927"/>
                </a:lnTo>
                <a:cubicBezTo>
                  <a:pt x="1" y="899"/>
                  <a:pt x="0" y="870"/>
                  <a:pt x="0" y="841"/>
                </a:cubicBezTo>
                <a:cubicBezTo>
                  <a:pt x="0" y="377"/>
                  <a:pt x="377" y="0"/>
                  <a:pt x="84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64000"/>
                </a:schemeClr>
              </a:gs>
              <a:gs pos="75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25400">
            <a:noFill/>
          </a:ln>
          <a:effectLst>
            <a:outerShdw blurRad="254000" dist="50800" dir="5399997" algn="ctr" rotWithShape="0">
              <a:schemeClr val="bg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313397" y="1308475"/>
            <a:ext cx="5624898" cy="4241051"/>
          </a:xfrm>
        </p:spPr>
        <p:txBody>
          <a:bodyPr wrap="square" anchor="ctr">
            <a:normAutofit/>
          </a:bodyPr>
          <a:lstStyle>
            <a:lvl1pPr algn="l">
              <a:defRPr sz="6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0" y="1162799"/>
            <a:ext cx="4038600" cy="4241051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1000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00"/>
            <a:ext cx="10800080" cy="864000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59" y="360000"/>
            <a:ext cx="10798809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8810" cy="64198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818_#color_$lt2_2_$lt2-2602&amp;1057"/>
          <p:cNvSpPr/>
          <p:nvPr userDrawn="1">
            <p:custDataLst>
              <p:tags r:id="rId2"/>
            </p:custDataLst>
          </p:nvPr>
        </p:nvSpPr>
        <p:spPr>
          <a:xfrm>
            <a:off x="9144000" y="3810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048000" y="0"/>
                </a:lnTo>
                <a:lnTo>
                  <a:pt x="3048000" y="3048000"/>
                </a:lnTo>
                <a:lnTo>
                  <a:pt x="0" y="3048000"/>
                </a:lnTo>
                <a:lnTo>
                  <a:pt x="0" y="381000"/>
                </a:lnTo>
              </a:path>
            </a:pathLst>
          </a:cu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/>
              </a:gs>
            </a:gsLst>
            <a:lin ang="10800000" scaled="0"/>
          </a:gradFill>
          <a:ln w="25400">
            <a:noFill/>
          </a:ln>
          <a:effectLst>
            <a:outerShdw blurRad="254000" dist="50800" dir="5399997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Union_#color-2610&amp;2178"/>
          <p:cNvSpPr/>
          <p:nvPr userDrawn="1">
            <p:custDataLst>
              <p:tags r:id="rId3"/>
            </p:custDataLst>
          </p:nvPr>
        </p:nvSpPr>
        <p:spPr>
          <a:xfrm>
            <a:off x="6331283" y="5662930"/>
            <a:ext cx="507182" cy="949025"/>
          </a:xfrm>
          <a:custGeom>
            <a:avLst/>
            <a:gdLst/>
            <a:ahLst/>
            <a:cxnLst/>
            <a:rect l="l" t="t" r="r" b="b"/>
            <a:pathLst>
              <a:path w="507182" h="949025">
                <a:moveTo>
                  <a:pt x="196220" y="827606"/>
                </a:moveTo>
                <a:lnTo>
                  <a:pt x="100228" y="728086"/>
                </a:lnTo>
                <a:cubicBezTo>
                  <a:pt x="126612" y="755635"/>
                  <a:pt x="125713" y="799409"/>
                  <a:pt x="98307" y="826032"/>
                </a:cubicBezTo>
                <a:cubicBezTo>
                  <a:pt x="70781" y="852771"/>
                  <a:pt x="26739" y="851987"/>
                  <a:pt x="0" y="824461"/>
                </a:cubicBezTo>
                <a:lnTo>
                  <a:pt x="96341" y="924339"/>
                </a:lnTo>
                <a:cubicBezTo>
                  <a:pt x="123081" y="951865"/>
                  <a:pt x="167122" y="952652"/>
                  <a:pt x="194648" y="925914"/>
                </a:cubicBezTo>
                <a:cubicBezTo>
                  <a:pt x="222174" y="899174"/>
                  <a:pt x="222960" y="855133"/>
                  <a:pt x="196220" y="827606"/>
                </a:cubicBezTo>
                <a:moveTo>
                  <a:pt x="196220" y="463563"/>
                </a:moveTo>
                <a:lnTo>
                  <a:pt x="100228" y="364043"/>
                </a:lnTo>
                <a:cubicBezTo>
                  <a:pt x="126612" y="391592"/>
                  <a:pt x="125713" y="435366"/>
                  <a:pt x="98307" y="461989"/>
                </a:cubicBezTo>
                <a:cubicBezTo>
                  <a:pt x="70781" y="488728"/>
                  <a:pt x="26739" y="487944"/>
                  <a:pt x="0" y="460418"/>
                </a:cubicBezTo>
                <a:lnTo>
                  <a:pt x="96341" y="560296"/>
                </a:lnTo>
                <a:cubicBezTo>
                  <a:pt x="123081" y="587822"/>
                  <a:pt x="167122" y="588609"/>
                  <a:pt x="194648" y="561870"/>
                </a:cubicBezTo>
                <a:cubicBezTo>
                  <a:pt x="222174" y="535131"/>
                  <a:pt x="222960" y="491089"/>
                  <a:pt x="196220" y="463563"/>
                </a:cubicBezTo>
                <a:moveTo>
                  <a:pt x="100228" y="0"/>
                </a:moveTo>
                <a:lnTo>
                  <a:pt x="196220" y="99520"/>
                </a:lnTo>
                <a:cubicBezTo>
                  <a:pt x="222960" y="127046"/>
                  <a:pt x="222174" y="171088"/>
                  <a:pt x="194648" y="197827"/>
                </a:cubicBezTo>
                <a:cubicBezTo>
                  <a:pt x="167122" y="224566"/>
                  <a:pt x="123080" y="223778"/>
                  <a:pt x="96341" y="196253"/>
                </a:cubicBezTo>
                <a:lnTo>
                  <a:pt x="0" y="96375"/>
                </a:lnTo>
                <a:cubicBezTo>
                  <a:pt x="26739" y="123901"/>
                  <a:pt x="70781" y="124685"/>
                  <a:pt x="98307" y="97946"/>
                </a:cubicBezTo>
                <a:cubicBezTo>
                  <a:pt x="125713" y="71323"/>
                  <a:pt x="126612" y="27548"/>
                  <a:pt x="100228" y="0"/>
                </a:cubicBezTo>
                <a:moveTo>
                  <a:pt x="487904" y="831146"/>
                </a:moveTo>
                <a:lnTo>
                  <a:pt x="391912" y="731625"/>
                </a:lnTo>
                <a:cubicBezTo>
                  <a:pt x="418295" y="759174"/>
                  <a:pt x="417397" y="802950"/>
                  <a:pt x="389990" y="829572"/>
                </a:cubicBezTo>
                <a:cubicBezTo>
                  <a:pt x="362466" y="856311"/>
                  <a:pt x="318423" y="855524"/>
                  <a:pt x="291685" y="827998"/>
                </a:cubicBezTo>
                <a:lnTo>
                  <a:pt x="388024" y="927879"/>
                </a:lnTo>
                <a:cubicBezTo>
                  <a:pt x="414764" y="955404"/>
                  <a:pt x="458805" y="956193"/>
                  <a:pt x="486331" y="929453"/>
                </a:cubicBezTo>
                <a:cubicBezTo>
                  <a:pt x="513465" y="902713"/>
                  <a:pt x="514251" y="858672"/>
                  <a:pt x="487904" y="831146"/>
                </a:cubicBezTo>
                <a:moveTo>
                  <a:pt x="391912" y="367582"/>
                </a:moveTo>
                <a:lnTo>
                  <a:pt x="487904" y="467103"/>
                </a:lnTo>
                <a:cubicBezTo>
                  <a:pt x="514251" y="494629"/>
                  <a:pt x="513464" y="538671"/>
                  <a:pt x="486331" y="565410"/>
                </a:cubicBezTo>
                <a:cubicBezTo>
                  <a:pt x="458805" y="592149"/>
                  <a:pt x="414764" y="591362"/>
                  <a:pt x="388024" y="563836"/>
                </a:cubicBezTo>
                <a:lnTo>
                  <a:pt x="291685" y="463954"/>
                </a:lnTo>
                <a:cubicBezTo>
                  <a:pt x="318423" y="491480"/>
                  <a:pt x="362466" y="492269"/>
                  <a:pt x="389990" y="465529"/>
                </a:cubicBezTo>
                <a:cubicBezTo>
                  <a:pt x="417397" y="438906"/>
                  <a:pt x="418295" y="395131"/>
                  <a:pt x="391912" y="367582"/>
                </a:cubicBezTo>
                <a:moveTo>
                  <a:pt x="487904" y="103060"/>
                </a:moveTo>
                <a:lnTo>
                  <a:pt x="391912" y="3540"/>
                </a:lnTo>
                <a:cubicBezTo>
                  <a:pt x="418295" y="31088"/>
                  <a:pt x="417397" y="74863"/>
                  <a:pt x="389990" y="101486"/>
                </a:cubicBezTo>
                <a:cubicBezTo>
                  <a:pt x="362466" y="128226"/>
                  <a:pt x="318423" y="127437"/>
                  <a:pt x="291685" y="99911"/>
                </a:cubicBezTo>
                <a:lnTo>
                  <a:pt x="388024" y="199793"/>
                </a:lnTo>
                <a:cubicBezTo>
                  <a:pt x="414764" y="227319"/>
                  <a:pt x="458805" y="228106"/>
                  <a:pt x="486331" y="201367"/>
                </a:cubicBezTo>
                <a:cubicBezTo>
                  <a:pt x="513465" y="174628"/>
                  <a:pt x="514251" y="130585"/>
                  <a:pt x="487904" y="103060"/>
                </a:cubicBezTo>
              </a:path>
            </a:pathLst>
          </a:custGeom>
          <a:solidFill>
            <a:schemeClr val="tx2">
              <a:alpha val="10000"/>
            </a:schemeClr>
          </a:solidFill>
        </p:spPr>
      </p:sp>
      <p:sp>
        <p:nvSpPr>
          <p:cNvPr id="11" name="Union_#color-2610&amp;2179"/>
          <p:cNvSpPr/>
          <p:nvPr userDrawn="1">
            <p:custDataLst>
              <p:tags r:id="rId4"/>
            </p:custDataLst>
          </p:nvPr>
        </p:nvSpPr>
        <p:spPr>
          <a:xfrm rot="10800000">
            <a:off x="9704566" y="470020"/>
            <a:ext cx="1896884" cy="482480"/>
          </a:xfrm>
          <a:custGeom>
            <a:avLst/>
            <a:gdLst/>
            <a:ahLst/>
            <a:cxnLst/>
            <a:rect l="l" t="t" r="r" b="b"/>
            <a:pathLst>
              <a:path w="1896884" h="482480">
                <a:moveTo>
                  <a:pt x="207443" y="94106"/>
                </a:moveTo>
                <a:lnTo>
                  <a:pt x="114001" y="184235"/>
                </a:lnTo>
                <a:cubicBezTo>
                  <a:pt x="88156" y="209342"/>
                  <a:pt x="46805" y="208604"/>
                  <a:pt x="21698" y="182759"/>
                </a:cubicBezTo>
                <a:cubicBezTo>
                  <a:pt x="-3408" y="156915"/>
                  <a:pt x="-2668" y="115563"/>
                  <a:pt x="23177" y="90457"/>
                </a:cubicBezTo>
                <a:lnTo>
                  <a:pt x="116958" y="0"/>
                </a:lnTo>
                <a:cubicBezTo>
                  <a:pt x="91113" y="25106"/>
                  <a:pt x="90373" y="66458"/>
                  <a:pt x="115479" y="92303"/>
                </a:cubicBezTo>
                <a:cubicBezTo>
                  <a:pt x="140476" y="118035"/>
                  <a:pt x="181577" y="118878"/>
                  <a:pt x="207443" y="94106"/>
                </a:cubicBezTo>
                <a:moveTo>
                  <a:pt x="449125" y="184235"/>
                </a:moveTo>
                <a:lnTo>
                  <a:pt x="542567" y="94106"/>
                </a:lnTo>
                <a:cubicBezTo>
                  <a:pt x="516701" y="118878"/>
                  <a:pt x="475600" y="118035"/>
                  <a:pt x="450604" y="92303"/>
                </a:cubicBezTo>
                <a:cubicBezTo>
                  <a:pt x="425497" y="66458"/>
                  <a:pt x="426236" y="25106"/>
                  <a:pt x="452082" y="0"/>
                </a:cubicBezTo>
                <a:lnTo>
                  <a:pt x="358300" y="90457"/>
                </a:lnTo>
                <a:cubicBezTo>
                  <a:pt x="332456" y="115563"/>
                  <a:pt x="331716" y="156915"/>
                  <a:pt x="356822" y="182759"/>
                </a:cubicBezTo>
                <a:cubicBezTo>
                  <a:pt x="381928" y="208604"/>
                  <a:pt x="423280" y="209342"/>
                  <a:pt x="449125" y="184235"/>
                </a:cubicBezTo>
                <a:moveTo>
                  <a:pt x="785396" y="187188"/>
                </a:moveTo>
                <a:lnTo>
                  <a:pt x="878837" y="97058"/>
                </a:lnTo>
                <a:cubicBezTo>
                  <a:pt x="852971" y="121830"/>
                  <a:pt x="811870" y="120986"/>
                  <a:pt x="786874" y="95254"/>
                </a:cubicBezTo>
                <a:cubicBezTo>
                  <a:pt x="761768" y="69410"/>
                  <a:pt x="762508" y="28058"/>
                  <a:pt x="788353" y="2952"/>
                </a:cubicBezTo>
                <a:lnTo>
                  <a:pt x="694572" y="93408"/>
                </a:lnTo>
                <a:cubicBezTo>
                  <a:pt x="668727" y="118515"/>
                  <a:pt x="667987" y="159866"/>
                  <a:pt x="693094" y="185711"/>
                </a:cubicBezTo>
                <a:cubicBezTo>
                  <a:pt x="718200" y="211555"/>
                  <a:pt x="759182" y="212293"/>
                  <a:pt x="785396" y="187188"/>
                </a:cubicBezTo>
                <a:moveTo>
                  <a:pt x="1213260" y="100382"/>
                </a:moveTo>
                <a:lnTo>
                  <a:pt x="1119819" y="190511"/>
                </a:lnTo>
                <a:cubicBezTo>
                  <a:pt x="1093974" y="215618"/>
                  <a:pt x="1052623" y="214879"/>
                  <a:pt x="1027516" y="189034"/>
                </a:cubicBezTo>
                <a:cubicBezTo>
                  <a:pt x="1002410" y="163190"/>
                  <a:pt x="1003150" y="121838"/>
                  <a:pt x="1028995" y="96732"/>
                </a:cubicBezTo>
                <a:lnTo>
                  <a:pt x="1122771" y="6276"/>
                </a:lnTo>
                <a:cubicBezTo>
                  <a:pt x="1096927" y="31382"/>
                  <a:pt x="1096190" y="72733"/>
                  <a:pt x="1121297" y="98578"/>
                </a:cubicBezTo>
                <a:cubicBezTo>
                  <a:pt x="1146294" y="124310"/>
                  <a:pt x="1187395" y="125154"/>
                  <a:pt x="1213260" y="100382"/>
                </a:cubicBezTo>
                <a:moveTo>
                  <a:pt x="1555077" y="100382"/>
                </a:moveTo>
                <a:lnTo>
                  <a:pt x="1461630" y="190511"/>
                </a:lnTo>
                <a:cubicBezTo>
                  <a:pt x="1435786" y="215618"/>
                  <a:pt x="1394435" y="214879"/>
                  <a:pt x="1369327" y="189034"/>
                </a:cubicBezTo>
                <a:cubicBezTo>
                  <a:pt x="1344219" y="163190"/>
                  <a:pt x="1344968" y="121838"/>
                  <a:pt x="1370813" y="96732"/>
                </a:cubicBezTo>
                <a:lnTo>
                  <a:pt x="1464589" y="6276"/>
                </a:lnTo>
                <a:cubicBezTo>
                  <a:pt x="1438745" y="31382"/>
                  <a:pt x="1438008" y="72733"/>
                  <a:pt x="1463116" y="98578"/>
                </a:cubicBezTo>
                <a:cubicBezTo>
                  <a:pt x="1488110" y="124310"/>
                  <a:pt x="1529207" y="125154"/>
                  <a:pt x="1555077" y="100382"/>
                </a:cubicBezTo>
                <a:moveTo>
                  <a:pt x="1803438" y="190511"/>
                </a:moveTo>
                <a:lnTo>
                  <a:pt x="1896885" y="100382"/>
                </a:lnTo>
                <a:cubicBezTo>
                  <a:pt x="1871015" y="125154"/>
                  <a:pt x="1829918" y="124310"/>
                  <a:pt x="1804924" y="98578"/>
                </a:cubicBezTo>
                <a:cubicBezTo>
                  <a:pt x="1779816" y="72733"/>
                  <a:pt x="1780553" y="31382"/>
                  <a:pt x="1806397" y="6276"/>
                </a:cubicBezTo>
                <a:lnTo>
                  <a:pt x="1712620" y="96732"/>
                </a:lnTo>
                <a:cubicBezTo>
                  <a:pt x="1686776" y="121838"/>
                  <a:pt x="1686027" y="163190"/>
                  <a:pt x="1711135" y="189034"/>
                </a:cubicBezTo>
                <a:cubicBezTo>
                  <a:pt x="1736242" y="214879"/>
                  <a:pt x="1777594" y="215618"/>
                  <a:pt x="1803438" y="190511"/>
                </a:cubicBezTo>
                <a:moveTo>
                  <a:pt x="1209937" y="374250"/>
                </a:moveTo>
                <a:lnTo>
                  <a:pt x="1116495" y="464379"/>
                </a:lnTo>
                <a:cubicBezTo>
                  <a:pt x="1090651" y="489116"/>
                  <a:pt x="1049298" y="488379"/>
                  <a:pt x="1024193" y="462904"/>
                </a:cubicBezTo>
                <a:cubicBezTo>
                  <a:pt x="999086" y="437059"/>
                  <a:pt x="999827" y="395707"/>
                  <a:pt x="1025671" y="370601"/>
                </a:cubicBezTo>
                <a:lnTo>
                  <a:pt x="1119452" y="280144"/>
                </a:lnTo>
                <a:cubicBezTo>
                  <a:pt x="1093607" y="305251"/>
                  <a:pt x="1092867" y="346602"/>
                  <a:pt x="1117973" y="372447"/>
                </a:cubicBezTo>
                <a:cubicBezTo>
                  <a:pt x="1142971" y="398179"/>
                  <a:pt x="1184071" y="399023"/>
                  <a:pt x="1209937" y="374250"/>
                </a:cubicBezTo>
                <a:moveTo>
                  <a:pt x="1458303" y="464379"/>
                </a:moveTo>
                <a:lnTo>
                  <a:pt x="1551750" y="374250"/>
                </a:lnTo>
                <a:cubicBezTo>
                  <a:pt x="1525880" y="399023"/>
                  <a:pt x="1484782" y="398179"/>
                  <a:pt x="1459776" y="372447"/>
                </a:cubicBezTo>
                <a:cubicBezTo>
                  <a:pt x="1434681" y="346602"/>
                  <a:pt x="1435418" y="305251"/>
                  <a:pt x="1461262" y="280144"/>
                </a:cubicBezTo>
                <a:lnTo>
                  <a:pt x="1367485" y="370601"/>
                </a:lnTo>
                <a:cubicBezTo>
                  <a:pt x="1341641" y="395707"/>
                  <a:pt x="1340891" y="437059"/>
                  <a:pt x="1365999" y="462904"/>
                </a:cubicBezTo>
                <a:cubicBezTo>
                  <a:pt x="1391107" y="488379"/>
                  <a:pt x="1432458" y="489116"/>
                  <a:pt x="1458303" y="464379"/>
                </a:cubicBezTo>
                <a:moveTo>
                  <a:pt x="1893557" y="374250"/>
                </a:moveTo>
                <a:lnTo>
                  <a:pt x="1800123" y="464379"/>
                </a:lnTo>
                <a:cubicBezTo>
                  <a:pt x="1774279" y="489116"/>
                  <a:pt x="1732928" y="488379"/>
                  <a:pt x="1707820" y="462904"/>
                </a:cubicBezTo>
                <a:cubicBezTo>
                  <a:pt x="1682712" y="437059"/>
                  <a:pt x="1683449" y="395707"/>
                  <a:pt x="1709293" y="370601"/>
                </a:cubicBezTo>
                <a:lnTo>
                  <a:pt x="1803070" y="280144"/>
                </a:lnTo>
                <a:cubicBezTo>
                  <a:pt x="1777225" y="305251"/>
                  <a:pt x="1776489" y="346602"/>
                  <a:pt x="1801597" y="372447"/>
                </a:cubicBezTo>
                <a:cubicBezTo>
                  <a:pt x="1826590" y="398179"/>
                  <a:pt x="1867687" y="399023"/>
                  <a:pt x="1893557" y="374250"/>
                </a:cubicBezTo>
                <a:moveTo>
                  <a:pt x="875516" y="370925"/>
                </a:moveTo>
                <a:lnTo>
                  <a:pt x="782076" y="461056"/>
                </a:lnTo>
                <a:cubicBezTo>
                  <a:pt x="756230" y="486162"/>
                  <a:pt x="714879" y="485424"/>
                  <a:pt x="689773" y="459580"/>
                </a:cubicBezTo>
                <a:cubicBezTo>
                  <a:pt x="664667" y="433734"/>
                  <a:pt x="665403" y="392383"/>
                  <a:pt x="691248" y="367276"/>
                </a:cubicBezTo>
                <a:lnTo>
                  <a:pt x="785029" y="276821"/>
                </a:lnTo>
                <a:cubicBezTo>
                  <a:pt x="759184" y="301926"/>
                  <a:pt x="758444" y="343278"/>
                  <a:pt x="783551" y="369123"/>
                </a:cubicBezTo>
                <a:cubicBezTo>
                  <a:pt x="808548" y="394856"/>
                  <a:pt x="849650" y="395699"/>
                  <a:pt x="875516" y="370925"/>
                </a:cubicBezTo>
                <a:moveTo>
                  <a:pt x="445804" y="457733"/>
                </a:moveTo>
                <a:lnTo>
                  <a:pt x="539245" y="367602"/>
                </a:lnTo>
                <a:cubicBezTo>
                  <a:pt x="513378" y="392375"/>
                  <a:pt x="472276" y="391532"/>
                  <a:pt x="447279" y="365799"/>
                </a:cubicBezTo>
                <a:cubicBezTo>
                  <a:pt x="422173" y="339955"/>
                  <a:pt x="422913" y="298602"/>
                  <a:pt x="448757" y="273497"/>
                </a:cubicBezTo>
                <a:lnTo>
                  <a:pt x="354976" y="363953"/>
                </a:lnTo>
                <a:cubicBezTo>
                  <a:pt x="329132" y="389059"/>
                  <a:pt x="328395" y="430411"/>
                  <a:pt x="353502" y="456255"/>
                </a:cubicBezTo>
                <a:cubicBezTo>
                  <a:pt x="378609" y="482101"/>
                  <a:pt x="419960" y="482839"/>
                  <a:pt x="445804" y="457733"/>
                </a:cubicBezTo>
                <a:moveTo>
                  <a:pt x="204121" y="367602"/>
                </a:moveTo>
                <a:lnTo>
                  <a:pt x="110681" y="457733"/>
                </a:lnTo>
                <a:cubicBezTo>
                  <a:pt x="84836" y="482839"/>
                  <a:pt x="43485" y="482101"/>
                  <a:pt x="18378" y="456255"/>
                </a:cubicBezTo>
                <a:cubicBezTo>
                  <a:pt x="-6728" y="430411"/>
                  <a:pt x="-5992" y="389059"/>
                  <a:pt x="19853" y="363953"/>
                </a:cubicBezTo>
                <a:lnTo>
                  <a:pt x="113634" y="273497"/>
                </a:lnTo>
                <a:cubicBezTo>
                  <a:pt x="87789" y="298602"/>
                  <a:pt x="87049" y="339955"/>
                  <a:pt x="112156" y="365799"/>
                </a:cubicBezTo>
                <a:cubicBezTo>
                  <a:pt x="137152" y="391532"/>
                  <a:pt x="178255" y="392375"/>
                  <a:pt x="204121" y="367602"/>
                </a:cubicBezTo>
              </a:path>
            </a:pathLst>
          </a:custGeom>
          <a:solidFill>
            <a:schemeClr val="tx2">
              <a:alpha val="10000"/>
            </a:schemeClr>
          </a:solidFill>
        </p:spPr>
      </p:sp>
      <p:sp>
        <p:nvSpPr>
          <p:cNvPr id="12" name="Rectangle 41817_#color_$lt2_2_$lt2-2610&amp;219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2895600" cy="952500"/>
          </a:xfrm>
          <a:custGeom>
            <a:avLst/>
            <a:gdLst/>
            <a:ahLst/>
            <a:cxnLst/>
            <a:rect l="l" t="t" r="r" b="b"/>
            <a:pathLst>
              <a:path w="2895600" h="952500">
                <a:moveTo>
                  <a:pt x="0" y="0"/>
                </a:moveTo>
                <a:lnTo>
                  <a:pt x="0" y="952500"/>
                </a:lnTo>
                <a:lnTo>
                  <a:pt x="2514600" y="952500"/>
                </a:lnTo>
                <a:cubicBezTo>
                  <a:pt x="2725026" y="952500"/>
                  <a:pt x="2895600" y="781920"/>
                  <a:pt x="2895600" y="571500"/>
                </a:cubicBezTo>
                <a:lnTo>
                  <a:pt x="2895600" y="0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/>
              </a:gs>
            </a:gsLst>
            <a:lin ang="10800000" scaled="0"/>
          </a:gradFill>
          <a:ln w="25400">
            <a:noFill/>
          </a:ln>
          <a:effectLst>
            <a:outerShdw blurRad="254000" dist="50800" dir="5399997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103630" y="1147314"/>
            <a:ext cx="4955540" cy="281832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103630" y="4448447"/>
            <a:ext cx="4936849" cy="1400264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Microsoft YaHei" panose="020B0503020204020204" charset="-122"/>
          <a:ea typeface="Microsoft YaHei" panose="020B0503020204020204" charset="-122"/>
          <a:cs typeface="+mn-cs"/>
          <a:sym typeface="Microsoft YaHei" panose="020B0503020204020204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Microsoft YaHei" panose="020B0503020204020204" charset="-122"/>
          <a:ea typeface="Microsoft YaHei" panose="020B0503020204020204" charset="-122"/>
          <a:cs typeface="+mn-cs"/>
          <a:sym typeface="Microsoft YaHei" panose="020B0503020204020204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Microsoft YaHei" panose="020B0503020204020204" charset="-122"/>
          <a:ea typeface="Microsoft YaHei" panose="020B0503020204020204" charset="-122"/>
          <a:cs typeface="+mn-cs"/>
          <a:sym typeface="Microsoft YaHei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image" Target="../media/image1.jpeg"/><Relationship Id="rId1" Type="http://schemas.openxmlformats.org/officeDocument/2006/relationships/tags" Target="../tags/tag79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image" Target="../media/image2.jpeg"/><Relationship Id="rId1" Type="http://schemas.openxmlformats.org/officeDocument/2006/relationships/tags" Target="../tags/tag8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image" Target="../media/image3.jpeg"/><Relationship Id="rId1" Type="http://schemas.openxmlformats.org/officeDocument/2006/relationships/tags" Target="../tags/tag87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image" Target="../media/image4.jpeg"/><Relationship Id="rId1" Type="http://schemas.openxmlformats.org/officeDocument/2006/relationships/tags" Target="../tags/tag9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image" Target="../media/image5.png"/><Relationship Id="rId1" Type="http://schemas.openxmlformats.org/officeDocument/2006/relationships/tags" Target="../tags/tag9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image" Target="../media/image6.jpeg"/><Relationship Id="rId1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Placeholder 6" descr="guess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87390" y="1109345"/>
            <a:ext cx="5568315" cy="4629150"/>
          </a:xfrm>
          <a:prstGeom prst="rect">
            <a:avLst/>
          </a:prstGeom>
        </p:spPr>
      </p:pic>
      <p:sp>
        <p:nvSpPr>
          <p:cNvPr id="9" name="Text Placeholder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40105" y="1417955"/>
            <a:ext cx="4384675" cy="5073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780">
                <a:solidFill>
                  <a:schemeClr val="tx1"/>
                </a:solidFill>
              </a:rPr>
              <a:t>My body count is slightly less than the total angle of a circle</a:t>
            </a:r>
            <a:endParaRPr lang="en-IN" altLang="en-GB" sz="178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</a:pP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780">
                <a:solidFill>
                  <a:schemeClr val="tx1"/>
                </a:solidFill>
              </a:rPr>
              <a:t>Hum hai Yam, Yam hai Hum</a:t>
            </a:r>
            <a:endParaRPr lang="en-IN" altLang="en-GB" sz="178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</a:pP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780">
                <a:solidFill>
                  <a:schemeClr val="tx1"/>
                </a:solidFill>
              </a:rPr>
              <a:t>In the Mumbai, all over India we are the Bhai’s</a:t>
            </a: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780">
                <a:solidFill>
                  <a:schemeClr val="tx1"/>
                </a:solidFill>
              </a:rPr>
              <a:t>I am always ready for a </a:t>
            </a:r>
            <a:r>
              <a:rPr lang="en-IN" altLang="en-GB" sz="1780" i="1">
                <a:solidFill>
                  <a:schemeClr val="tx1"/>
                </a:solidFill>
              </a:rPr>
              <a:t>Shootout</a:t>
            </a:r>
            <a:endParaRPr lang="en-IN" altLang="en-GB" sz="1780" i="1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780" i="1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780">
                <a:solidFill>
                  <a:schemeClr val="tx1"/>
                </a:solidFill>
              </a:rPr>
              <a:t>Cigratte is the least of my worries</a:t>
            </a: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780">
                <a:solidFill>
                  <a:schemeClr val="tx1"/>
                </a:solidFill>
              </a:rPr>
              <a:t>Musafir hu Yaaron, Na Saki hai Na Sharab</a:t>
            </a: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780">
                <a:solidFill>
                  <a:schemeClr val="tx1"/>
                </a:solidFill>
              </a:rPr>
              <a:t>Yere Yera Pausa, Tule Deto Paisa</a:t>
            </a: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780">
                <a:solidFill>
                  <a:schemeClr val="tx1"/>
                </a:solidFill>
              </a:rPr>
              <a:t>Choli Ke Peeche Kya Hai, Choli Ke Peeche</a:t>
            </a: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780">
                <a:solidFill>
                  <a:schemeClr val="tx1"/>
                </a:solidFill>
              </a:rPr>
              <a:t>Mene Yerwada me kaafi Din Bitaye Hai</a:t>
            </a: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78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780">
              <a:solidFill>
                <a:schemeClr val="tx1"/>
              </a:solidFill>
            </a:endParaRPr>
          </a:p>
        </p:txBody>
      </p:sp>
      <p:sp>
        <p:nvSpPr>
          <p:cNvPr id="14" name="Title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40105" y="457200"/>
            <a:ext cx="3931920" cy="899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en-IN" altLang="en-GB" sz="3200" b="0" i="0" u="none" strike="noStrike" kern="1200" cap="none" spc="0" normalizeH="0" baseline="0" noProof="1">
                <a:solidFill>
                  <a:srgbClr val="000000"/>
                </a:solidFill>
                <a:latin typeface="+mj-lt"/>
                <a:ea typeface="+mj-ea"/>
                <a:cs typeface="Trebuchet MS" panose="020B0603020202020204" charset="0"/>
              </a:defRPr>
            </a:lvl1pPr>
          </a:lstStyle>
          <a:p>
            <a:r>
              <a:rPr altLang="en-US">
                <a:solidFill>
                  <a:schemeClr val="tx1"/>
                </a:solidFill>
              </a:rPr>
              <a:t>Guess the Person</a:t>
            </a:r>
            <a:endParaRPr altLang="en-US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Placeholder 6" descr="C:/Users/skjos/OneDrive/Desktop/Quiz_App/couples/guess2.jpgguess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6173" r="16173"/>
          <a:stretch>
            <a:fillRect/>
          </a:stretch>
        </p:blipFill>
        <p:spPr>
          <a:xfrm>
            <a:off x="5787390" y="1109345"/>
            <a:ext cx="5568315" cy="4629150"/>
          </a:xfrm>
          <a:prstGeom prst="rect">
            <a:avLst/>
          </a:prstGeom>
        </p:spPr>
      </p:pic>
      <p:sp>
        <p:nvSpPr>
          <p:cNvPr id="9" name="Text Placeholder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40105" y="1417955"/>
            <a:ext cx="4384675" cy="51619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Life Stage Rule is not applicable to me</a:t>
            </a:r>
            <a:endParaRPr lang="en-IN" altLang="en-GB" sz="18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I will be there for you, like I have been there before!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Chaaro tarah he mere hi charche, honthon par he sirf mera naam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US" sz="1800">
                <a:solidFill>
                  <a:schemeClr val="tx1"/>
                </a:solidFill>
              </a:rPr>
              <a:t>I come along with Hawas ki Poojaran</a:t>
            </a:r>
            <a:endParaRPr lang="en-IN" altLang="en-US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I am a huge fan of Taare Zameer Par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Kaho na Pyaar Hai, Kaho na Pyaar Hai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I am a huge admirer of the TV show Lost 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Zara Zara Touch Me, Zara Zara Hold Me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</p:txBody>
      </p:sp>
      <p:sp>
        <p:nvSpPr>
          <p:cNvPr id="14" name="Title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40105" y="457200"/>
            <a:ext cx="3931920" cy="899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en-IN" altLang="en-GB" sz="3200" b="0" i="0" u="none" strike="noStrike" kern="1200" cap="none" spc="0" normalizeH="0" baseline="0" noProof="1">
                <a:solidFill>
                  <a:srgbClr val="000000"/>
                </a:solidFill>
                <a:latin typeface="+mj-lt"/>
                <a:ea typeface="+mj-ea"/>
                <a:cs typeface="Trebuchet MS" panose="020B0603020202020204" charset="0"/>
              </a:defRPr>
            </a:lvl1pPr>
          </a:lstStyle>
          <a:p>
            <a:r>
              <a:rPr altLang="en-US">
                <a:solidFill>
                  <a:schemeClr val="tx1"/>
                </a:solidFill>
              </a:rPr>
              <a:t>Guess the Person</a:t>
            </a:r>
            <a:endParaRPr altLang="en-US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Placeholder 6" descr="C:/Users/skjos/OneDrive/Desktop/Quiz_App/couples/guess3.jpegguess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60" t="7702" r="-160" b="25814"/>
          <a:stretch>
            <a:fillRect/>
          </a:stretch>
        </p:blipFill>
        <p:spPr>
          <a:xfrm>
            <a:off x="5787390" y="1109345"/>
            <a:ext cx="5568315" cy="4629150"/>
          </a:xfrm>
          <a:prstGeom prst="rect">
            <a:avLst/>
          </a:prstGeom>
        </p:spPr>
      </p:pic>
      <p:sp>
        <p:nvSpPr>
          <p:cNvPr id="9" name="Text Placeholder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40105" y="1417955"/>
            <a:ext cx="4384675" cy="50469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Deklo idhar to ek baar, Main Hoon Na</a:t>
            </a:r>
            <a:endParaRPr lang="en-IN" altLang="en-GB" sz="18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Non-Chalant AF, Life Goals for so many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I am the Chilli and the Chingari 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Ye Chori Badi Drama Queen Hai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Pardesiya ye Sach hai Piya, Sab kehte he mene tera Dil le lia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Plastic is my middle name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Main na khudki favorite hu, by God!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I never found my prince in the Swayamvar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</p:txBody>
      </p:sp>
      <p:sp>
        <p:nvSpPr>
          <p:cNvPr id="14" name="Title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40105" y="457200"/>
            <a:ext cx="3931920" cy="899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en-IN" altLang="en-GB" sz="3200" b="0" i="0" u="none" strike="noStrike" kern="1200" cap="none" spc="0" normalizeH="0" baseline="0" noProof="1">
                <a:solidFill>
                  <a:srgbClr val="000000"/>
                </a:solidFill>
                <a:latin typeface="+mj-lt"/>
                <a:ea typeface="+mj-ea"/>
                <a:cs typeface="Trebuchet MS" panose="020B0603020202020204" charset="0"/>
              </a:defRPr>
            </a:lvl1pPr>
          </a:lstStyle>
          <a:p>
            <a:r>
              <a:rPr altLang="en-US">
                <a:solidFill>
                  <a:schemeClr val="tx1"/>
                </a:solidFill>
              </a:rPr>
              <a:t>Guess the Person</a:t>
            </a:r>
            <a:endParaRPr altLang="en-US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Placeholder 6" descr="C:/Users/skjos/OneDrive/Desktop/Quiz_App/couples/guess4.jpgguess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79" t="1096" r="-479" b="15782"/>
          <a:stretch>
            <a:fillRect/>
          </a:stretch>
        </p:blipFill>
        <p:spPr>
          <a:xfrm>
            <a:off x="5787390" y="1109345"/>
            <a:ext cx="5568315" cy="4629150"/>
          </a:xfrm>
          <a:prstGeom prst="rect">
            <a:avLst/>
          </a:prstGeom>
        </p:spPr>
      </p:pic>
      <p:sp>
        <p:nvSpPr>
          <p:cNvPr id="9" name="Text Placeholder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40105" y="1417955"/>
            <a:ext cx="4384675" cy="52501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Tu lutt ja Slowly Slowly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Richie Rich hu main</a:t>
            </a:r>
            <a:endParaRPr lang="en-IN" altLang="en-GB" sz="180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Dost Dost Na Rha, Yaar Yaar Na Rha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 i="1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Salary is the least of my worries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Neele Neela Amber par Chand jab aaye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I can’t get over my ex!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Twinkle twinkle little star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Aaj truck tera bhai chalayega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I am RocketSingh, salesman of the year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</p:txBody>
      </p:sp>
      <p:sp>
        <p:nvSpPr>
          <p:cNvPr id="14" name="Title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40105" y="457200"/>
            <a:ext cx="3931920" cy="899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en-IN" altLang="en-GB" sz="3200" b="0" i="0" u="none" strike="noStrike" kern="1200" cap="none" spc="0" normalizeH="0" baseline="0" noProof="1">
                <a:solidFill>
                  <a:srgbClr val="000000"/>
                </a:solidFill>
                <a:latin typeface="+mj-lt"/>
                <a:ea typeface="+mj-ea"/>
                <a:cs typeface="Trebuchet MS" panose="020B0603020202020204" charset="0"/>
              </a:defRPr>
            </a:lvl1pPr>
          </a:lstStyle>
          <a:p>
            <a:r>
              <a:rPr altLang="en-US">
                <a:solidFill>
                  <a:schemeClr val="tx1"/>
                </a:solidFill>
              </a:rPr>
              <a:t>Guess the Person</a:t>
            </a:r>
            <a:endParaRPr altLang="en-US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Placeholder 6" descr="C:/Users/skjos/OneDrive/Desktop/Quiz_App/couples/guess5.pngguess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6166" r="16166"/>
          <a:stretch>
            <a:fillRect/>
          </a:stretch>
        </p:blipFill>
        <p:spPr>
          <a:xfrm>
            <a:off x="5787390" y="1109345"/>
            <a:ext cx="5568315" cy="4629150"/>
          </a:xfrm>
          <a:prstGeom prst="rect">
            <a:avLst/>
          </a:prstGeom>
        </p:spPr>
      </p:pic>
      <p:sp>
        <p:nvSpPr>
          <p:cNvPr id="9" name="Text Placeholder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40105" y="1417955"/>
            <a:ext cx="4384675" cy="52247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Tera Yaar Hu Main.....</a:t>
            </a:r>
            <a:endParaRPr lang="en-IN" altLang="en-GB" sz="180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Paint it Red! Ik Junoon, Ik Deewangi</a:t>
            </a:r>
            <a:endParaRPr lang="en-IN" altLang="en-GB" sz="180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Embarrasment is afraid of me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 i="1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But Pappu Can’t Dance Saala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Coca Cola: Open Happiness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Zinda hu yaar! Kaafi He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ym typeface="+mn-ea"/>
              </a:rPr>
              <a:t>Checkmate!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I am not huge fan of biographies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Jinke Ghar Shishe ke Hote he, Woh Basement me Kapde Badalte he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</p:txBody>
      </p:sp>
      <p:sp>
        <p:nvSpPr>
          <p:cNvPr id="14" name="Title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40105" y="457200"/>
            <a:ext cx="3931920" cy="899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en-IN" altLang="en-GB" sz="3200" b="0" i="0" u="none" strike="noStrike" kern="1200" cap="none" spc="0" normalizeH="0" baseline="0" noProof="1">
                <a:solidFill>
                  <a:srgbClr val="000000"/>
                </a:solidFill>
                <a:latin typeface="+mj-lt"/>
                <a:ea typeface="+mj-ea"/>
                <a:cs typeface="Trebuchet MS" panose="020B0603020202020204" charset="0"/>
              </a:defRPr>
            </a:lvl1pPr>
          </a:lstStyle>
          <a:p>
            <a:r>
              <a:rPr altLang="en-US">
                <a:solidFill>
                  <a:schemeClr val="tx1"/>
                </a:solidFill>
              </a:rPr>
              <a:t>Guess the Person</a:t>
            </a:r>
            <a:endParaRPr altLang="en-US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Placeholder 6" descr="C:/Users/skjos/OneDrive/Desktop/Quiz_App/couples/guess6.jpgguess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897" r="4897"/>
          <a:stretch>
            <a:fillRect/>
          </a:stretch>
        </p:blipFill>
        <p:spPr>
          <a:xfrm>
            <a:off x="5787390" y="1109345"/>
            <a:ext cx="5568315" cy="4629150"/>
          </a:xfrm>
          <a:prstGeom prst="rect">
            <a:avLst/>
          </a:prstGeom>
        </p:spPr>
      </p:pic>
      <p:sp>
        <p:nvSpPr>
          <p:cNvPr id="9" name="Text Placeholder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40105" y="1417955"/>
            <a:ext cx="4384675" cy="52501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Back to the Future</a:t>
            </a:r>
            <a:endParaRPr lang="en-IN" altLang="en-GB" sz="180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My life is a MCQ, always having to choose beween two</a:t>
            </a:r>
            <a:endParaRPr lang="en-IN" altLang="en-GB" sz="180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5 samasya 1 samadhaan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 i="1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Silent ho jao, warna me violent ho jauga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 i="1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I am not a robot, I am a human being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 i="1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Dil Dooba, Dil Dooba, Nili Aankhon me ye Dil Dooba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 i="1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I instantly own the room, I enter in</a:t>
            </a: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 i="1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800">
                <a:solidFill>
                  <a:schemeClr val="tx1"/>
                </a:solidFill>
              </a:rPr>
              <a:t>Pati, Patni aur Woh</a:t>
            </a:r>
            <a:endParaRPr lang="en-IN" altLang="en-GB" sz="1800" i="1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altLang="en-GB" sz="1800">
              <a:solidFill>
                <a:schemeClr val="tx1"/>
              </a:solidFill>
            </a:endParaRPr>
          </a:p>
        </p:txBody>
      </p:sp>
      <p:sp>
        <p:nvSpPr>
          <p:cNvPr id="14" name="Title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40105" y="457200"/>
            <a:ext cx="3931920" cy="899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en-IN" altLang="en-GB" sz="3200" b="0" i="0" u="none" strike="noStrike" kern="1200" cap="none" spc="0" normalizeH="0" baseline="0" noProof="1">
                <a:solidFill>
                  <a:srgbClr val="000000"/>
                </a:solidFill>
                <a:latin typeface="+mj-lt"/>
                <a:ea typeface="+mj-ea"/>
                <a:cs typeface="Trebuchet MS" panose="020B0603020202020204" charset="0"/>
              </a:defRPr>
            </a:lvl1pPr>
          </a:lstStyle>
          <a:p>
            <a:r>
              <a:rPr altLang="en-US">
                <a:solidFill>
                  <a:schemeClr val="tx1"/>
                </a:solidFill>
              </a:rPr>
              <a:t>Guess the Person</a:t>
            </a:r>
            <a:endParaRPr altLang="en-US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700780" y="2078355"/>
            <a:ext cx="49326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IN" altLang="en-GB" dirty="0"/>
              <a:t>Nayak nhi Khalnayak hu me</a:t>
            </a:r>
            <a:endParaRPr lang="en-IN" altLang="en-GB" dirty="0"/>
          </a:p>
          <a:p>
            <a:pPr algn="l"/>
            <a:r>
              <a:rPr lang="en-IN" altLang="en-GB" dirty="0"/>
              <a:t>I created Love Island long before Netflix</a:t>
            </a:r>
            <a:endParaRPr lang="en-IN" altLang="en-GB" dirty="0"/>
          </a:p>
          <a:p>
            <a:pPr algn="l"/>
            <a:r>
              <a:rPr lang="en-IN" altLang="en-GB" dirty="0"/>
              <a:t>Shesh Naag, Don Tond</a:t>
            </a:r>
            <a:endParaRPr lang="en-IN" altLang="en-GB" dirty="0"/>
          </a:p>
          <a:p>
            <a:pPr algn="l"/>
            <a:r>
              <a:rPr lang="en-IN" altLang="en-GB" dirty="0"/>
              <a:t>I stole the blueprints of Tarzan the Wondercar</a:t>
            </a:r>
            <a:endParaRPr lang="en-IN" altLang="en-GB" dirty="0"/>
          </a:p>
          <a:p>
            <a:pPr algn="l"/>
            <a:r>
              <a:rPr lang="en-IN" altLang="en-GB" dirty="0"/>
              <a:t>Kashmir me tu KanyaKumari</a:t>
            </a:r>
            <a:endParaRPr lang="en-IN" altLang="en-GB" dirty="0"/>
          </a:p>
          <a:p>
            <a:pPr algn="l"/>
            <a:r>
              <a:rPr lang="en-IN" altLang="en-GB" dirty="0"/>
              <a:t>Hum bhi he Josh Main</a:t>
            </a:r>
            <a:endParaRPr lang="en-IN" altLang="en-GB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93"/>
</p:tagLst>
</file>

<file path=ppt/tags/tag7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9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93"/>
</p:tagLst>
</file>

<file path=ppt/tags/tag79.xml><?xml version="1.0" encoding="utf-8"?>
<p:tagLst xmlns:p="http://schemas.openxmlformats.org/presentationml/2006/main">
  <p:tag name="KSO_WM_UNIT_INDEX" val="2"/>
  <p:tag name="KSO_WM_UNIT_TYPE" val="d"/>
  <p:tag name="KSO_WM_BEAUTIFY_FLAG" val="#wm#"/>
</p:tagLst>
</file>

<file path=ppt/tags/tag80.xml><?xml version="1.0" encoding="utf-8"?>
<p:tagLst xmlns:p="http://schemas.openxmlformats.org/presentationml/2006/main">
  <p:tag name="KSO_WM_UNIT_INDEX" val="3"/>
  <p:tag name="KSO_WM_UNIT_TEXT_SUBTYPE" val="a"/>
  <p:tag name="KSO_WM_UNIT_SUBTYPE" val="a"/>
  <p:tag name="KSO_WM_UNIT_TYPE" val="f"/>
  <p:tag name="KSO_WM_BEAUTIFY_FLAG" val="#wm#"/>
</p:tagLst>
</file>

<file path=ppt/tags/tag8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82.xml><?xml version="1.0" encoding="utf-8"?>
<p:tagLst xmlns:p="http://schemas.openxmlformats.org/presentationml/2006/main">
  <p:tag name="KSO_WM_SLIDE_TYPE" val="text"/>
  <p:tag name="KSO_WM_BEAUTIFY_FLAG" val="#wm#"/>
  <p:tag name="KSO_WM_SLIDE_THEME_ID" val="3320033"/>
  <p:tag name="KSO_WM_SLIDE_THEME_NAME" val="Z_20233493_Brown Minimalist"/>
</p:tagLst>
</file>

<file path=ppt/tags/tag83.xml><?xml version="1.0" encoding="utf-8"?>
<p:tagLst xmlns:p="http://schemas.openxmlformats.org/presentationml/2006/main">
  <p:tag name="KSO_WM_UNIT_INDEX" val="2"/>
  <p:tag name="KSO_WM_UNIT_TYPE" val="d"/>
  <p:tag name="KSO_WM_BEAUTIFY_FLAG" val="#wm#"/>
</p:tagLst>
</file>

<file path=ppt/tags/tag84.xml><?xml version="1.0" encoding="utf-8"?>
<p:tagLst xmlns:p="http://schemas.openxmlformats.org/presentationml/2006/main">
  <p:tag name="KSO_WM_UNIT_INDEX" val="3"/>
  <p:tag name="KSO_WM_UNIT_TEXT_SUBTYPE" val="a"/>
  <p:tag name="KSO_WM_UNIT_SUBTYPE" val="a"/>
  <p:tag name="KSO_WM_UNIT_TYPE" val="f"/>
  <p:tag name="KSO_WM_BEAUTIFY_FLAG" val="#wm#"/>
</p:tagLst>
</file>

<file path=ppt/tags/tag85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86.xml><?xml version="1.0" encoding="utf-8"?>
<p:tagLst xmlns:p="http://schemas.openxmlformats.org/presentationml/2006/main">
  <p:tag name="KSO_WM_SLIDE_TYPE" val="text"/>
  <p:tag name="KSO_WM_BEAUTIFY_FLAG" val="#wm#"/>
  <p:tag name="KSO_WM_SLIDE_THEME_ID" val="3320033"/>
  <p:tag name="KSO_WM_SLIDE_THEME_NAME" val="Z_20233493_Brown Minimalist"/>
</p:tagLst>
</file>

<file path=ppt/tags/tag87.xml><?xml version="1.0" encoding="utf-8"?>
<p:tagLst xmlns:p="http://schemas.openxmlformats.org/presentationml/2006/main">
  <p:tag name="KSO_WM_UNIT_INDEX" val="2"/>
  <p:tag name="KSO_WM_UNIT_TYPE" val="d"/>
  <p:tag name="KSO_WM_BEAUTIFY_FLAG" val="#wm#"/>
</p:tagLst>
</file>

<file path=ppt/tags/tag88.xml><?xml version="1.0" encoding="utf-8"?>
<p:tagLst xmlns:p="http://schemas.openxmlformats.org/presentationml/2006/main">
  <p:tag name="KSO_WM_UNIT_INDEX" val="3"/>
  <p:tag name="KSO_WM_UNIT_TEXT_SUBTYPE" val="a"/>
  <p:tag name="KSO_WM_UNIT_SUBTYPE" val="a"/>
  <p:tag name="KSO_WM_UNIT_TYPE" val="f"/>
  <p:tag name="KSO_WM_BEAUTIFY_FLAG" val="#wm#"/>
</p:tagLst>
</file>

<file path=ppt/tags/tag89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90.xml><?xml version="1.0" encoding="utf-8"?>
<p:tagLst xmlns:p="http://schemas.openxmlformats.org/presentationml/2006/main">
  <p:tag name="KSO_WM_SLIDE_TYPE" val="text"/>
  <p:tag name="KSO_WM_BEAUTIFY_FLAG" val="#wm#"/>
  <p:tag name="KSO_WM_SLIDE_THEME_ID" val="3320033"/>
  <p:tag name="KSO_WM_SLIDE_THEME_NAME" val="Z_20233493_Brown Minimalist"/>
</p:tagLst>
</file>

<file path=ppt/tags/tag91.xml><?xml version="1.0" encoding="utf-8"?>
<p:tagLst xmlns:p="http://schemas.openxmlformats.org/presentationml/2006/main">
  <p:tag name="KSO_WM_UNIT_INDEX" val="2"/>
  <p:tag name="KSO_WM_UNIT_TYPE" val="d"/>
  <p:tag name="KSO_WM_BEAUTIFY_FLAG" val="#wm#"/>
</p:tagLst>
</file>

<file path=ppt/tags/tag92.xml><?xml version="1.0" encoding="utf-8"?>
<p:tagLst xmlns:p="http://schemas.openxmlformats.org/presentationml/2006/main">
  <p:tag name="KSO_WM_UNIT_INDEX" val="3"/>
  <p:tag name="KSO_WM_UNIT_TEXT_SUBTYPE" val="a"/>
  <p:tag name="KSO_WM_UNIT_SUBTYPE" val="a"/>
  <p:tag name="KSO_WM_UNIT_TYPE" val="f"/>
  <p:tag name="KSO_WM_BEAUTIFY_FLAG" val="#wm#"/>
</p:tagLst>
</file>

<file path=ppt/tags/tag93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94.xml><?xml version="1.0" encoding="utf-8"?>
<p:tagLst xmlns:p="http://schemas.openxmlformats.org/presentationml/2006/main">
  <p:tag name="KSO_WM_SLIDE_TYPE" val="text"/>
  <p:tag name="KSO_WM_BEAUTIFY_FLAG" val="#wm#"/>
  <p:tag name="KSO_WM_SLIDE_THEME_ID" val="3320033"/>
  <p:tag name="KSO_WM_SLIDE_THEME_NAME" val="Z_20233493_Brown Minimalist"/>
</p:tagLst>
</file>

<file path=ppt/tags/tag95.xml><?xml version="1.0" encoding="utf-8"?>
<p:tagLst xmlns:p="http://schemas.openxmlformats.org/presentationml/2006/main">
  <p:tag name="KSO_WM_UNIT_INDEX" val="2"/>
  <p:tag name="KSO_WM_UNIT_TYPE" val="d"/>
  <p:tag name="KSO_WM_BEAUTIFY_FLAG" val="#wm#"/>
</p:tagLst>
</file>

<file path=ppt/tags/tag96.xml><?xml version="1.0" encoding="utf-8"?>
<p:tagLst xmlns:p="http://schemas.openxmlformats.org/presentationml/2006/main">
  <p:tag name="KSO_WM_UNIT_INDEX" val="3"/>
  <p:tag name="KSO_WM_UNIT_TEXT_SUBTYPE" val="a"/>
  <p:tag name="KSO_WM_UNIT_SUBTYPE" val="a"/>
  <p:tag name="KSO_WM_UNIT_TYPE" val="f"/>
  <p:tag name="KSO_WM_BEAUTIFY_FLAG" val="#wm#"/>
</p:tagLst>
</file>

<file path=ppt/tags/tag9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SLIDE_THEME_ID" val="3320033"/>
  <p:tag name="KSO_WM_SLIDE_THEME_NAME" val="Z_20233493_Brown Minimalist"/>
</p:tagLst>
</file>

<file path=ppt/tags/tag99.xml><?xml version="1.0" encoding="utf-8"?>
<p:tagLst xmlns:p="http://schemas.openxmlformats.org/presentationml/2006/main">
  <p:tag name="KSO_WM_UNIT_INDEX" val="2"/>
  <p:tag name="KSO_WM_UNIT_TYPE" val="d"/>
  <p:tag name="KSO_WM_BEAUTIFY_FLAG" val="#wm#"/>
</p:tagLst>
</file>

<file path=ppt/tags/tag100.xml><?xml version="1.0" encoding="utf-8"?>
<p:tagLst xmlns:p="http://schemas.openxmlformats.org/presentationml/2006/main">
  <p:tag name="KSO_WM_UNIT_INDEX" val="3"/>
  <p:tag name="KSO_WM_UNIT_TEXT_SUBTYPE" val="a"/>
  <p:tag name="KSO_WM_UNIT_SUBTYPE" val="a"/>
  <p:tag name="KSO_WM_UNIT_TYPE" val="f"/>
  <p:tag name="KSO_WM_BEAUTIFY_FLAG" val="#wm#"/>
</p:tagLst>
</file>

<file path=ppt/tags/tag10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02.xml><?xml version="1.0" encoding="utf-8"?>
<p:tagLst xmlns:p="http://schemas.openxmlformats.org/presentationml/2006/main">
  <p:tag name="KSO_WM_SLIDE_TYPE" val="text"/>
  <p:tag name="KSO_WM_BEAUTIFY_FLAG" val="#wm#"/>
  <p:tag name="KSO_WM_SLIDE_THEME_ID" val="3320033"/>
  <p:tag name="KSO_WM_SLIDE_THEME_NAME" val="Z_20233493_Brown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29">
      <a:dk1>
        <a:srgbClr val="000000"/>
      </a:dk1>
      <a:lt1>
        <a:srgbClr val="FFFFFF"/>
      </a:lt1>
      <a:dk2>
        <a:srgbClr val="393633"/>
      </a:dk2>
      <a:lt2>
        <a:srgbClr val="EBE4D1"/>
      </a:lt2>
      <a:accent1>
        <a:srgbClr val="CC934A"/>
      </a:accent1>
      <a:accent2>
        <a:srgbClr val="977A5D"/>
      </a:accent2>
      <a:accent3>
        <a:srgbClr val="928752"/>
      </a:accent3>
      <a:accent4>
        <a:srgbClr val="9F6B5B"/>
      </a:accent4>
      <a:accent5>
        <a:srgbClr val="B89B33"/>
      </a:accent5>
      <a:accent6>
        <a:srgbClr val="988857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2058</Words>
  <Application>WPS Presentation</Application>
  <PresentationFormat>Widescreen</PresentationFormat>
  <Paragraphs>142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52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Arial Narrow</vt:lpstr>
      <vt:lpstr>Arial Black</vt:lpstr>
      <vt:lpstr>Bahnschrift Light</vt:lpstr>
      <vt:lpstr>Bahnschrift SemiBold Condensed</vt:lpstr>
      <vt:lpstr>Comic Sans MS</vt:lpstr>
      <vt:lpstr>Constantia</vt:lpstr>
      <vt:lpstr>Gadugi</vt:lpstr>
      <vt:lpstr>Garamond</vt:lpstr>
      <vt:lpstr>Georgia</vt:lpstr>
      <vt:lpstr>Gabriola</vt:lpstr>
      <vt:lpstr>Ink Free</vt:lpstr>
      <vt:lpstr>Leelawadee UI Semilight</vt:lpstr>
      <vt:lpstr>Microsoft Himalaya</vt:lpstr>
      <vt:lpstr>Microsoft JhengHei Light</vt:lpstr>
      <vt:lpstr>Microsoft Sans Serif</vt:lpstr>
      <vt:lpstr>Microsoft YaHei UI</vt:lpstr>
      <vt:lpstr>MingLiU_MSCS-ExtB</vt:lpstr>
      <vt:lpstr>Myanmar Text</vt:lpstr>
      <vt:lpstr>NSimSun</vt:lpstr>
      <vt:lpstr>Nirmala UI</vt:lpstr>
      <vt:lpstr>Bahnschrift SemiLight</vt:lpstr>
      <vt:lpstr>Candara Light</vt:lpstr>
      <vt:lpstr>Franklin Gothic Medium</vt:lpstr>
      <vt:lpstr>Dubai Light</vt:lpstr>
      <vt:lpstr>PMingLiU-ExtB</vt:lpstr>
      <vt:lpstr>Palatino Linotype</vt:lpstr>
      <vt:lpstr>Segoe UI Black</vt:lpstr>
      <vt:lpstr>Segoe Script</vt:lpstr>
      <vt:lpstr>Segoe UI Variable Small Semibold</vt:lpstr>
      <vt:lpstr>Segoe UI Variable Text Semibold</vt:lpstr>
      <vt:lpstr>Sitka Banner</vt:lpstr>
      <vt:lpstr>SimSun-ExtG</vt:lpstr>
      <vt:lpstr>Ubuntu Mono Medium</vt:lpstr>
      <vt:lpstr>Trebuchet MS</vt:lpstr>
      <vt:lpstr>Lato</vt:lpstr>
      <vt:lpstr>Manrope ExtraBold</vt:lpstr>
      <vt:lpstr>Office Theme</vt:lpstr>
      <vt:lpstr>1_Office Theme</vt:lpstr>
      <vt:lpstr>Guess the Person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skjos</dc:creator>
  <cp:lastModifiedBy>Shreyank Joshi</cp:lastModifiedBy>
  <cp:revision>23</cp:revision>
  <dcterms:created xsi:type="dcterms:W3CDTF">2025-07-23T00:59:00Z</dcterms:created>
  <dcterms:modified xsi:type="dcterms:W3CDTF">2026-05-23T01:03:49Z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602AA0230D9F440B9000ACB40A9DE27B_11</vt:lpwstr>
  </property>
  <property fmtid="{D5CDD505-2E9C-101B-9397-08002B2CF9AE}" pid="3" name="KSOProductBuildVer">
    <vt:lpwstr>2057-12.2.0.23131</vt:lpwstr>
  </property>
</Properties>
</file>